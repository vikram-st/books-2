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94" r:id="rId5"/>
    <p:sldId id="391" r:id="rId6"/>
    <p:sldId id="393" r:id="rId7"/>
    <p:sldId id="394" r:id="rId8"/>
    <p:sldId id="395" r:id="rId9"/>
    <p:sldId id="397" r:id="rId10"/>
    <p:sldId id="402" r:id="rId11"/>
    <p:sldId id="387" r:id="rId12"/>
    <p:sldId id="398" r:id="rId13"/>
    <p:sldId id="400" r:id="rId14"/>
    <p:sldId id="401" r:id="rId15"/>
    <p:sldId id="403" r:id="rId16"/>
    <p:sldId id="380" r:id="rId17"/>
    <p:sldId id="375" r:id="rId18"/>
    <p:sldId id="376" r:id="rId19"/>
    <p:sldId id="3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etu Agarwal Gujral" initials="MG" lastIdx="2" clrIdx="0">
    <p:extLst>
      <p:ext uri="{19B8F6BF-5375-455C-9EA6-DF929625EA0E}">
        <p15:presenceInfo xmlns:p15="http://schemas.microsoft.com/office/powerpoint/2012/main" userId="Meetu Agarwal Gujr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C7C8"/>
    <a:srgbClr val="387BBA"/>
    <a:srgbClr val="99C1DC"/>
    <a:srgbClr val="F8AE3C"/>
    <a:srgbClr val="73A9D7"/>
    <a:srgbClr val="3E3D40"/>
    <a:srgbClr val="707173"/>
    <a:srgbClr val="9C9E9F"/>
    <a:srgbClr val="212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5501" autoAdjust="0"/>
  </p:normalViewPr>
  <p:slideViewPr>
    <p:cSldViewPr snapToGrid="0">
      <p:cViewPr varScale="1">
        <p:scale>
          <a:sx n="116" d="100"/>
          <a:sy n="116" d="100"/>
        </p:scale>
        <p:origin x="22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2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346B7-C28B-4C17-8AB2-13F275DAD6ED}" type="doc">
      <dgm:prSet loTypeId="urn:microsoft.com/office/officeart/2005/8/layout/radial6" loCatId="cycle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6426E93C-DC2D-44D6-8A4C-5E3FAEB2F557}">
      <dgm:prSet phldrT="[Text]" custT="1"/>
      <dgm:spPr/>
      <dgm:t>
        <a:bodyPr/>
        <a:lstStyle/>
        <a:p>
          <a:r>
            <a:rPr lang="en-US" sz="4400" dirty="0" err="1" smtClean="0"/>
            <a:t>CoE</a:t>
          </a:r>
          <a:endParaRPr lang="en-US" sz="4400" dirty="0"/>
        </a:p>
      </dgm:t>
    </dgm:pt>
    <dgm:pt modelId="{64C210BE-8608-461C-8B09-824D6550386A}" type="parTrans" cxnId="{CD604672-08F9-4355-B296-E6AC24C0B77D}">
      <dgm:prSet/>
      <dgm:spPr/>
      <dgm:t>
        <a:bodyPr/>
        <a:lstStyle/>
        <a:p>
          <a:endParaRPr lang="en-US"/>
        </a:p>
      </dgm:t>
    </dgm:pt>
    <dgm:pt modelId="{BE72351E-386E-4B48-AF6E-89BDE34AD4F9}" type="sibTrans" cxnId="{CD604672-08F9-4355-B296-E6AC24C0B77D}">
      <dgm:prSet/>
      <dgm:spPr/>
      <dgm:t>
        <a:bodyPr/>
        <a:lstStyle/>
        <a:p>
          <a:endParaRPr lang="en-US"/>
        </a:p>
      </dgm:t>
    </dgm:pt>
    <dgm:pt modelId="{14678D60-245D-4E2B-B9AD-699B0CC6F663}">
      <dgm:prSet phldrT="[Text]"/>
      <dgm:spPr/>
      <dgm:t>
        <a:bodyPr/>
        <a:lstStyle/>
        <a:p>
          <a:r>
            <a:rPr lang="en-US" dirty="0" smtClean="0"/>
            <a:t>Product partnerships</a:t>
          </a:r>
          <a:endParaRPr lang="en-US" dirty="0"/>
        </a:p>
      </dgm:t>
    </dgm:pt>
    <dgm:pt modelId="{F0912E69-093A-4001-8D8B-AAEF2CAAEF1B}" type="parTrans" cxnId="{77A6ECCB-4037-40F5-B42B-A4480F140593}">
      <dgm:prSet/>
      <dgm:spPr/>
      <dgm:t>
        <a:bodyPr/>
        <a:lstStyle/>
        <a:p>
          <a:endParaRPr lang="en-US"/>
        </a:p>
      </dgm:t>
    </dgm:pt>
    <dgm:pt modelId="{ACBC104D-C53B-4816-9A4F-144D5E0F4379}" type="sibTrans" cxnId="{77A6ECCB-4037-40F5-B42B-A4480F140593}">
      <dgm:prSet/>
      <dgm:spPr/>
      <dgm:t>
        <a:bodyPr/>
        <a:lstStyle/>
        <a:p>
          <a:endParaRPr lang="en-US"/>
        </a:p>
      </dgm:t>
    </dgm:pt>
    <dgm:pt modelId="{C0A45D7D-5656-46BC-AFA0-FAC913F7C398}">
      <dgm:prSet phldrT="[Text]"/>
      <dgm:spPr/>
      <dgm:t>
        <a:bodyPr/>
        <a:lstStyle/>
        <a:p>
          <a:r>
            <a:rPr lang="en-US" dirty="0" smtClean="0"/>
            <a:t>POCs</a:t>
          </a:r>
          <a:endParaRPr lang="en-US" dirty="0"/>
        </a:p>
      </dgm:t>
    </dgm:pt>
    <dgm:pt modelId="{4113FED8-DD7B-4123-8296-94FB41E33510}" type="parTrans" cxnId="{DE90E699-F7C2-4382-B66A-84880CC77B1C}">
      <dgm:prSet/>
      <dgm:spPr/>
      <dgm:t>
        <a:bodyPr/>
        <a:lstStyle/>
        <a:p>
          <a:endParaRPr lang="en-US"/>
        </a:p>
      </dgm:t>
    </dgm:pt>
    <dgm:pt modelId="{CB65D991-E4A6-4418-BE94-D47B605B80E4}" type="sibTrans" cxnId="{DE90E699-F7C2-4382-B66A-84880CC77B1C}">
      <dgm:prSet/>
      <dgm:spPr/>
      <dgm:t>
        <a:bodyPr/>
        <a:lstStyle/>
        <a:p>
          <a:endParaRPr lang="en-US"/>
        </a:p>
      </dgm:t>
    </dgm:pt>
    <dgm:pt modelId="{D7008531-8609-40E0-8044-F3136A85D1AA}">
      <dgm:prSet phldrT="[Text]"/>
      <dgm:spPr/>
      <dgm:t>
        <a:bodyPr/>
        <a:lstStyle/>
        <a:p>
          <a:r>
            <a:rPr lang="en-US" dirty="0" smtClean="0"/>
            <a:t>Trainings</a:t>
          </a:r>
          <a:endParaRPr lang="en-US" dirty="0"/>
        </a:p>
      </dgm:t>
    </dgm:pt>
    <dgm:pt modelId="{B63D8354-4510-470E-9883-95D00812C51A}" type="parTrans" cxnId="{A9116BA9-E987-4CC2-8758-E9894307736A}">
      <dgm:prSet/>
      <dgm:spPr/>
      <dgm:t>
        <a:bodyPr/>
        <a:lstStyle/>
        <a:p>
          <a:endParaRPr lang="en-US"/>
        </a:p>
      </dgm:t>
    </dgm:pt>
    <dgm:pt modelId="{C9C43823-944C-4F1B-AE7A-1FA841530474}" type="sibTrans" cxnId="{A9116BA9-E987-4CC2-8758-E9894307736A}">
      <dgm:prSet/>
      <dgm:spPr/>
      <dgm:t>
        <a:bodyPr/>
        <a:lstStyle/>
        <a:p>
          <a:endParaRPr lang="en-US"/>
        </a:p>
      </dgm:t>
    </dgm:pt>
    <dgm:pt modelId="{5C287F3C-1D3B-41A0-B1B6-5595CF13A0AB}">
      <dgm:prSet phldrT="[Text]"/>
      <dgm:spPr/>
      <dgm:t>
        <a:bodyPr/>
        <a:lstStyle/>
        <a:p>
          <a:r>
            <a:rPr lang="en-US" dirty="0" smtClean="0"/>
            <a:t>Consulting</a:t>
          </a:r>
          <a:endParaRPr lang="en-US" dirty="0"/>
        </a:p>
      </dgm:t>
    </dgm:pt>
    <dgm:pt modelId="{9940E4C2-AA37-48EF-8AA1-8FF4F5595FA1}" type="parTrans" cxnId="{9CBC3AC1-EE6B-418A-8D64-B4A6FB346862}">
      <dgm:prSet/>
      <dgm:spPr/>
      <dgm:t>
        <a:bodyPr/>
        <a:lstStyle/>
        <a:p>
          <a:endParaRPr lang="en-US"/>
        </a:p>
      </dgm:t>
    </dgm:pt>
    <dgm:pt modelId="{281E0404-82CD-4EA6-9CF2-8DC59CB3A384}" type="sibTrans" cxnId="{9CBC3AC1-EE6B-418A-8D64-B4A6FB346862}">
      <dgm:prSet/>
      <dgm:spPr/>
      <dgm:t>
        <a:bodyPr/>
        <a:lstStyle/>
        <a:p>
          <a:endParaRPr lang="en-US"/>
        </a:p>
      </dgm:t>
    </dgm:pt>
    <dgm:pt modelId="{B4D59C08-94CB-4FA8-8EF7-8E6EF8BDB44E}">
      <dgm:prSet phldrT="[Text]"/>
      <dgm:spPr/>
      <dgm:t>
        <a:bodyPr/>
        <a:lstStyle/>
        <a:p>
          <a:r>
            <a:rPr lang="en-US" dirty="0" smtClean="0"/>
            <a:t>Case Studies</a:t>
          </a:r>
          <a:endParaRPr lang="en-US" dirty="0"/>
        </a:p>
      </dgm:t>
    </dgm:pt>
    <dgm:pt modelId="{1CE815F1-9181-451D-A5CF-051EF9B0C8F0}" type="parTrans" cxnId="{6D29000F-2964-409D-8498-E7748C16FE2F}">
      <dgm:prSet/>
      <dgm:spPr/>
      <dgm:t>
        <a:bodyPr/>
        <a:lstStyle/>
        <a:p>
          <a:endParaRPr lang="en-US"/>
        </a:p>
      </dgm:t>
    </dgm:pt>
    <dgm:pt modelId="{1502A022-A619-4929-83E1-348C86D93D1E}" type="sibTrans" cxnId="{6D29000F-2964-409D-8498-E7748C16FE2F}">
      <dgm:prSet/>
      <dgm:spPr/>
      <dgm:t>
        <a:bodyPr/>
        <a:lstStyle/>
        <a:p>
          <a:endParaRPr lang="en-US"/>
        </a:p>
      </dgm:t>
    </dgm:pt>
    <dgm:pt modelId="{83E167C2-9543-40CD-BCDB-7082834062AC}" type="pres">
      <dgm:prSet presAssocID="{7D9346B7-C28B-4C17-8AB2-13F275DAD6E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7E55CA7-ECF1-4B33-863A-133B4E0E37F5}" type="pres">
      <dgm:prSet presAssocID="{6426E93C-DC2D-44D6-8A4C-5E3FAEB2F557}" presName="centerShape" presStyleLbl="node0" presStyleIdx="0" presStyleCnt="1"/>
      <dgm:spPr/>
      <dgm:t>
        <a:bodyPr/>
        <a:lstStyle/>
        <a:p>
          <a:endParaRPr lang="en-US"/>
        </a:p>
      </dgm:t>
    </dgm:pt>
    <dgm:pt modelId="{2547CEC6-2AF8-4002-B344-C98273C467CD}" type="pres">
      <dgm:prSet presAssocID="{D7008531-8609-40E0-8044-F3136A85D1A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7F6865-0B60-4590-BEDC-B69689F419B6}" type="pres">
      <dgm:prSet presAssocID="{D7008531-8609-40E0-8044-F3136A85D1AA}" presName="dummy" presStyleCnt="0"/>
      <dgm:spPr/>
      <dgm:t>
        <a:bodyPr/>
        <a:lstStyle/>
        <a:p>
          <a:endParaRPr lang="en-IN"/>
        </a:p>
      </dgm:t>
    </dgm:pt>
    <dgm:pt modelId="{359BE97B-3CD3-4A9C-8775-7C26C4320768}" type="pres">
      <dgm:prSet presAssocID="{C9C43823-944C-4F1B-AE7A-1FA841530474}" presName="sibTrans" presStyleLbl="sibTrans2D1" presStyleIdx="0" presStyleCnt="5"/>
      <dgm:spPr/>
      <dgm:t>
        <a:bodyPr/>
        <a:lstStyle/>
        <a:p>
          <a:endParaRPr lang="en-US"/>
        </a:p>
      </dgm:t>
    </dgm:pt>
    <dgm:pt modelId="{CA30F138-21B0-4DA4-A202-3C3CFCCB91F8}" type="pres">
      <dgm:prSet presAssocID="{14678D60-245D-4E2B-B9AD-699B0CC6F66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F4ED5E-55B2-4579-88CE-6106DC879D5D}" type="pres">
      <dgm:prSet presAssocID="{14678D60-245D-4E2B-B9AD-699B0CC6F663}" presName="dummy" presStyleCnt="0"/>
      <dgm:spPr/>
      <dgm:t>
        <a:bodyPr/>
        <a:lstStyle/>
        <a:p>
          <a:endParaRPr lang="en-IN"/>
        </a:p>
      </dgm:t>
    </dgm:pt>
    <dgm:pt modelId="{2F2E6486-07F7-44A4-9936-982AD65FE168}" type="pres">
      <dgm:prSet presAssocID="{ACBC104D-C53B-4816-9A4F-144D5E0F4379}" presName="sibTrans" presStyleLbl="sibTrans2D1" presStyleIdx="1" presStyleCnt="5"/>
      <dgm:spPr/>
      <dgm:t>
        <a:bodyPr/>
        <a:lstStyle/>
        <a:p>
          <a:endParaRPr lang="en-US"/>
        </a:p>
      </dgm:t>
    </dgm:pt>
    <dgm:pt modelId="{ED3761E4-368E-4D09-B7FA-321AA4D1B1AF}" type="pres">
      <dgm:prSet presAssocID="{C0A45D7D-5656-46BC-AFA0-FAC913F7C39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E5666-BF74-44C2-A6AC-7BAEC717A8DE}" type="pres">
      <dgm:prSet presAssocID="{C0A45D7D-5656-46BC-AFA0-FAC913F7C398}" presName="dummy" presStyleCnt="0"/>
      <dgm:spPr/>
      <dgm:t>
        <a:bodyPr/>
        <a:lstStyle/>
        <a:p>
          <a:endParaRPr lang="en-IN"/>
        </a:p>
      </dgm:t>
    </dgm:pt>
    <dgm:pt modelId="{0860B6B4-2264-454A-BEDA-9AF655736241}" type="pres">
      <dgm:prSet presAssocID="{CB65D991-E4A6-4418-BE94-D47B605B80E4}" presName="sibTrans" presStyleLbl="sibTrans2D1" presStyleIdx="2" presStyleCnt="5"/>
      <dgm:spPr/>
      <dgm:t>
        <a:bodyPr/>
        <a:lstStyle/>
        <a:p>
          <a:endParaRPr lang="en-US"/>
        </a:p>
      </dgm:t>
    </dgm:pt>
    <dgm:pt modelId="{30F14C1A-086F-4498-ABE1-7C6980336CC8}" type="pres">
      <dgm:prSet presAssocID="{B4D59C08-94CB-4FA8-8EF7-8E6EF8BDB44E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6EFED2-1089-45B3-BD7B-DAE27BFBC906}" type="pres">
      <dgm:prSet presAssocID="{B4D59C08-94CB-4FA8-8EF7-8E6EF8BDB44E}" presName="dummy" presStyleCnt="0"/>
      <dgm:spPr/>
      <dgm:t>
        <a:bodyPr/>
        <a:lstStyle/>
        <a:p>
          <a:endParaRPr lang="en-IN"/>
        </a:p>
      </dgm:t>
    </dgm:pt>
    <dgm:pt modelId="{47866347-01D6-42CA-8DF6-2EF52B260448}" type="pres">
      <dgm:prSet presAssocID="{1502A022-A619-4929-83E1-348C86D93D1E}" presName="sibTrans" presStyleLbl="sibTrans2D1" presStyleIdx="3" presStyleCnt="5"/>
      <dgm:spPr/>
      <dgm:t>
        <a:bodyPr/>
        <a:lstStyle/>
        <a:p>
          <a:endParaRPr lang="en-US"/>
        </a:p>
      </dgm:t>
    </dgm:pt>
    <dgm:pt modelId="{7DC3653C-BF98-410E-BCE6-63E1897EE292}" type="pres">
      <dgm:prSet presAssocID="{5C287F3C-1D3B-41A0-B1B6-5595CF13A0A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C2E034-E7A3-437C-8DD0-2FCF154B4B04}" type="pres">
      <dgm:prSet presAssocID="{5C287F3C-1D3B-41A0-B1B6-5595CF13A0AB}" presName="dummy" presStyleCnt="0"/>
      <dgm:spPr/>
      <dgm:t>
        <a:bodyPr/>
        <a:lstStyle/>
        <a:p>
          <a:endParaRPr lang="en-IN"/>
        </a:p>
      </dgm:t>
    </dgm:pt>
    <dgm:pt modelId="{6EE1630B-3894-4984-9207-DBAC8BA05233}" type="pres">
      <dgm:prSet presAssocID="{281E0404-82CD-4EA6-9CF2-8DC59CB3A384}" presName="sibTrans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5158C125-4C18-4D6E-816E-A523C586ACD9}" type="presOf" srcId="{1502A022-A619-4929-83E1-348C86D93D1E}" destId="{47866347-01D6-42CA-8DF6-2EF52B260448}" srcOrd="0" destOrd="0" presId="urn:microsoft.com/office/officeart/2005/8/layout/radial6"/>
    <dgm:cxn modelId="{77A6ECCB-4037-40F5-B42B-A4480F140593}" srcId="{6426E93C-DC2D-44D6-8A4C-5E3FAEB2F557}" destId="{14678D60-245D-4E2B-B9AD-699B0CC6F663}" srcOrd="1" destOrd="0" parTransId="{F0912E69-093A-4001-8D8B-AAEF2CAAEF1B}" sibTransId="{ACBC104D-C53B-4816-9A4F-144D5E0F4379}"/>
    <dgm:cxn modelId="{435E9CAF-E485-4C8C-8298-768696CC2C91}" type="presOf" srcId="{CB65D991-E4A6-4418-BE94-D47B605B80E4}" destId="{0860B6B4-2264-454A-BEDA-9AF655736241}" srcOrd="0" destOrd="0" presId="urn:microsoft.com/office/officeart/2005/8/layout/radial6"/>
    <dgm:cxn modelId="{A9116BA9-E987-4CC2-8758-E9894307736A}" srcId="{6426E93C-DC2D-44D6-8A4C-5E3FAEB2F557}" destId="{D7008531-8609-40E0-8044-F3136A85D1AA}" srcOrd="0" destOrd="0" parTransId="{B63D8354-4510-470E-9883-95D00812C51A}" sibTransId="{C9C43823-944C-4F1B-AE7A-1FA841530474}"/>
    <dgm:cxn modelId="{6A68E7FF-A7BF-4EEF-AB8C-47E9F33E5FFA}" type="presOf" srcId="{5C287F3C-1D3B-41A0-B1B6-5595CF13A0AB}" destId="{7DC3653C-BF98-410E-BCE6-63E1897EE292}" srcOrd="0" destOrd="0" presId="urn:microsoft.com/office/officeart/2005/8/layout/radial6"/>
    <dgm:cxn modelId="{CD604672-08F9-4355-B296-E6AC24C0B77D}" srcId="{7D9346B7-C28B-4C17-8AB2-13F275DAD6ED}" destId="{6426E93C-DC2D-44D6-8A4C-5E3FAEB2F557}" srcOrd="0" destOrd="0" parTransId="{64C210BE-8608-461C-8B09-824D6550386A}" sibTransId="{BE72351E-386E-4B48-AF6E-89BDE34AD4F9}"/>
    <dgm:cxn modelId="{6257B144-03B2-489B-B402-052762982AE9}" type="presOf" srcId="{B4D59C08-94CB-4FA8-8EF7-8E6EF8BDB44E}" destId="{30F14C1A-086F-4498-ABE1-7C6980336CC8}" srcOrd="0" destOrd="0" presId="urn:microsoft.com/office/officeart/2005/8/layout/radial6"/>
    <dgm:cxn modelId="{0E46A1FA-DA78-4887-A0EF-66546E2F1B30}" type="presOf" srcId="{7D9346B7-C28B-4C17-8AB2-13F275DAD6ED}" destId="{83E167C2-9543-40CD-BCDB-7082834062AC}" srcOrd="0" destOrd="0" presId="urn:microsoft.com/office/officeart/2005/8/layout/radial6"/>
    <dgm:cxn modelId="{42184ED4-E9BC-4420-9623-65431E6673BE}" type="presOf" srcId="{C0A45D7D-5656-46BC-AFA0-FAC913F7C398}" destId="{ED3761E4-368E-4D09-B7FA-321AA4D1B1AF}" srcOrd="0" destOrd="0" presId="urn:microsoft.com/office/officeart/2005/8/layout/radial6"/>
    <dgm:cxn modelId="{9CBC3AC1-EE6B-418A-8D64-B4A6FB346862}" srcId="{6426E93C-DC2D-44D6-8A4C-5E3FAEB2F557}" destId="{5C287F3C-1D3B-41A0-B1B6-5595CF13A0AB}" srcOrd="4" destOrd="0" parTransId="{9940E4C2-AA37-48EF-8AA1-8FF4F5595FA1}" sibTransId="{281E0404-82CD-4EA6-9CF2-8DC59CB3A384}"/>
    <dgm:cxn modelId="{2103A886-BEBB-4801-BE70-9367B99EBD4D}" type="presOf" srcId="{C9C43823-944C-4F1B-AE7A-1FA841530474}" destId="{359BE97B-3CD3-4A9C-8775-7C26C4320768}" srcOrd="0" destOrd="0" presId="urn:microsoft.com/office/officeart/2005/8/layout/radial6"/>
    <dgm:cxn modelId="{DA11918A-900A-482E-805A-8E0726D522C3}" type="presOf" srcId="{ACBC104D-C53B-4816-9A4F-144D5E0F4379}" destId="{2F2E6486-07F7-44A4-9936-982AD65FE168}" srcOrd="0" destOrd="0" presId="urn:microsoft.com/office/officeart/2005/8/layout/radial6"/>
    <dgm:cxn modelId="{5528DCA4-D204-4B1D-8930-E779B9E24C59}" type="presOf" srcId="{6426E93C-DC2D-44D6-8A4C-5E3FAEB2F557}" destId="{D7E55CA7-ECF1-4B33-863A-133B4E0E37F5}" srcOrd="0" destOrd="0" presId="urn:microsoft.com/office/officeart/2005/8/layout/radial6"/>
    <dgm:cxn modelId="{8C3E57FD-F7C2-4934-8F09-CCF212ECF366}" type="presOf" srcId="{14678D60-245D-4E2B-B9AD-699B0CC6F663}" destId="{CA30F138-21B0-4DA4-A202-3C3CFCCB91F8}" srcOrd="0" destOrd="0" presId="urn:microsoft.com/office/officeart/2005/8/layout/radial6"/>
    <dgm:cxn modelId="{F9EB6DE2-DF81-4E6B-B44C-444A8773F7E8}" type="presOf" srcId="{D7008531-8609-40E0-8044-F3136A85D1AA}" destId="{2547CEC6-2AF8-4002-B344-C98273C467CD}" srcOrd="0" destOrd="0" presId="urn:microsoft.com/office/officeart/2005/8/layout/radial6"/>
    <dgm:cxn modelId="{6D29000F-2964-409D-8498-E7748C16FE2F}" srcId="{6426E93C-DC2D-44D6-8A4C-5E3FAEB2F557}" destId="{B4D59C08-94CB-4FA8-8EF7-8E6EF8BDB44E}" srcOrd="3" destOrd="0" parTransId="{1CE815F1-9181-451D-A5CF-051EF9B0C8F0}" sibTransId="{1502A022-A619-4929-83E1-348C86D93D1E}"/>
    <dgm:cxn modelId="{779E50AF-F30D-42F2-A547-18D96246E856}" type="presOf" srcId="{281E0404-82CD-4EA6-9CF2-8DC59CB3A384}" destId="{6EE1630B-3894-4984-9207-DBAC8BA05233}" srcOrd="0" destOrd="0" presId="urn:microsoft.com/office/officeart/2005/8/layout/radial6"/>
    <dgm:cxn modelId="{DE90E699-F7C2-4382-B66A-84880CC77B1C}" srcId="{6426E93C-DC2D-44D6-8A4C-5E3FAEB2F557}" destId="{C0A45D7D-5656-46BC-AFA0-FAC913F7C398}" srcOrd="2" destOrd="0" parTransId="{4113FED8-DD7B-4123-8296-94FB41E33510}" sibTransId="{CB65D991-E4A6-4418-BE94-D47B605B80E4}"/>
    <dgm:cxn modelId="{6B4B0E71-A58D-4314-9843-D40D4CC9687F}" type="presParOf" srcId="{83E167C2-9543-40CD-BCDB-7082834062AC}" destId="{D7E55CA7-ECF1-4B33-863A-133B4E0E37F5}" srcOrd="0" destOrd="0" presId="urn:microsoft.com/office/officeart/2005/8/layout/radial6"/>
    <dgm:cxn modelId="{639B4FEB-DFA8-49FC-B2AD-093F0C9BEF5A}" type="presParOf" srcId="{83E167C2-9543-40CD-BCDB-7082834062AC}" destId="{2547CEC6-2AF8-4002-B344-C98273C467CD}" srcOrd="1" destOrd="0" presId="urn:microsoft.com/office/officeart/2005/8/layout/radial6"/>
    <dgm:cxn modelId="{3D5BC5D8-A073-4AD2-8B7F-185B4467AE81}" type="presParOf" srcId="{83E167C2-9543-40CD-BCDB-7082834062AC}" destId="{DD7F6865-0B60-4590-BEDC-B69689F419B6}" srcOrd="2" destOrd="0" presId="urn:microsoft.com/office/officeart/2005/8/layout/radial6"/>
    <dgm:cxn modelId="{FE174E6B-8AAD-4875-9096-9B4151742045}" type="presParOf" srcId="{83E167C2-9543-40CD-BCDB-7082834062AC}" destId="{359BE97B-3CD3-4A9C-8775-7C26C4320768}" srcOrd="3" destOrd="0" presId="urn:microsoft.com/office/officeart/2005/8/layout/radial6"/>
    <dgm:cxn modelId="{E8330A52-D76D-49B8-A2FF-BDB69A687B55}" type="presParOf" srcId="{83E167C2-9543-40CD-BCDB-7082834062AC}" destId="{CA30F138-21B0-4DA4-A202-3C3CFCCB91F8}" srcOrd="4" destOrd="0" presId="urn:microsoft.com/office/officeart/2005/8/layout/radial6"/>
    <dgm:cxn modelId="{F89904AC-7E9B-4E52-8A05-C622BB3F3129}" type="presParOf" srcId="{83E167C2-9543-40CD-BCDB-7082834062AC}" destId="{1CF4ED5E-55B2-4579-88CE-6106DC879D5D}" srcOrd="5" destOrd="0" presId="urn:microsoft.com/office/officeart/2005/8/layout/radial6"/>
    <dgm:cxn modelId="{40934F11-49F6-4085-965C-57111E82AF46}" type="presParOf" srcId="{83E167C2-9543-40CD-BCDB-7082834062AC}" destId="{2F2E6486-07F7-44A4-9936-982AD65FE168}" srcOrd="6" destOrd="0" presId="urn:microsoft.com/office/officeart/2005/8/layout/radial6"/>
    <dgm:cxn modelId="{BA65EDA7-1D71-4B0C-92BF-8F2AD3C39615}" type="presParOf" srcId="{83E167C2-9543-40CD-BCDB-7082834062AC}" destId="{ED3761E4-368E-4D09-B7FA-321AA4D1B1AF}" srcOrd="7" destOrd="0" presId="urn:microsoft.com/office/officeart/2005/8/layout/radial6"/>
    <dgm:cxn modelId="{4CD12557-2607-4E85-94B9-A2494D7D4096}" type="presParOf" srcId="{83E167C2-9543-40CD-BCDB-7082834062AC}" destId="{E2DE5666-BF74-44C2-A6AC-7BAEC717A8DE}" srcOrd="8" destOrd="0" presId="urn:microsoft.com/office/officeart/2005/8/layout/radial6"/>
    <dgm:cxn modelId="{B494CC36-6B65-48D7-B99F-2D37EFEFDD76}" type="presParOf" srcId="{83E167C2-9543-40CD-BCDB-7082834062AC}" destId="{0860B6B4-2264-454A-BEDA-9AF655736241}" srcOrd="9" destOrd="0" presId="urn:microsoft.com/office/officeart/2005/8/layout/radial6"/>
    <dgm:cxn modelId="{999356FE-05D2-457F-870D-F87438AA3BD9}" type="presParOf" srcId="{83E167C2-9543-40CD-BCDB-7082834062AC}" destId="{30F14C1A-086F-4498-ABE1-7C6980336CC8}" srcOrd="10" destOrd="0" presId="urn:microsoft.com/office/officeart/2005/8/layout/radial6"/>
    <dgm:cxn modelId="{E42F4594-74BA-4BFE-952F-862279FAFBFF}" type="presParOf" srcId="{83E167C2-9543-40CD-BCDB-7082834062AC}" destId="{586EFED2-1089-45B3-BD7B-DAE27BFBC906}" srcOrd="11" destOrd="0" presId="urn:microsoft.com/office/officeart/2005/8/layout/radial6"/>
    <dgm:cxn modelId="{27FA1A8E-2E74-457F-99EC-963024CD2B47}" type="presParOf" srcId="{83E167C2-9543-40CD-BCDB-7082834062AC}" destId="{47866347-01D6-42CA-8DF6-2EF52B260448}" srcOrd="12" destOrd="0" presId="urn:microsoft.com/office/officeart/2005/8/layout/radial6"/>
    <dgm:cxn modelId="{973E9F10-B0FE-4900-A349-A0A0DA616364}" type="presParOf" srcId="{83E167C2-9543-40CD-BCDB-7082834062AC}" destId="{7DC3653C-BF98-410E-BCE6-63E1897EE292}" srcOrd="13" destOrd="0" presId="urn:microsoft.com/office/officeart/2005/8/layout/radial6"/>
    <dgm:cxn modelId="{161BCA28-5044-4DC4-9122-595A8363CCD3}" type="presParOf" srcId="{83E167C2-9543-40CD-BCDB-7082834062AC}" destId="{17C2E034-E7A3-437C-8DD0-2FCF154B4B04}" srcOrd="14" destOrd="0" presId="urn:microsoft.com/office/officeart/2005/8/layout/radial6"/>
    <dgm:cxn modelId="{DDB4BDA0-67EF-406F-8CEB-EA5FA610278A}" type="presParOf" srcId="{83E167C2-9543-40CD-BCDB-7082834062AC}" destId="{6EE1630B-3894-4984-9207-DBAC8BA05233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F44E19-993F-49A3-B973-4A441D93A5BE}" type="doc">
      <dgm:prSet loTypeId="urn:microsoft.com/office/officeart/2009/3/layout/Phased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FC058B2-010F-46BF-AEB8-094A0BBEA54C}">
      <dgm:prSet phldrT="[Text]"/>
      <dgm:spPr/>
      <dgm:t>
        <a:bodyPr/>
        <a:lstStyle/>
        <a:p>
          <a:r>
            <a:rPr lang="en-US" dirty="0" smtClean="0"/>
            <a:t>Incubation</a:t>
          </a:r>
          <a:endParaRPr lang="en-US" dirty="0"/>
        </a:p>
      </dgm:t>
    </dgm:pt>
    <dgm:pt modelId="{5548AF85-C6F1-4505-AE0E-358FE22C4E81}" type="parTrans" cxnId="{5253D466-6106-4905-9A15-1FBA12DA429A}">
      <dgm:prSet/>
      <dgm:spPr/>
      <dgm:t>
        <a:bodyPr/>
        <a:lstStyle/>
        <a:p>
          <a:endParaRPr lang="en-US"/>
        </a:p>
      </dgm:t>
    </dgm:pt>
    <dgm:pt modelId="{B78CA6EC-1856-4409-9B43-291691C6DDFB}" type="sibTrans" cxnId="{5253D466-6106-4905-9A15-1FBA12DA429A}">
      <dgm:prSet/>
      <dgm:spPr/>
      <dgm:t>
        <a:bodyPr/>
        <a:lstStyle/>
        <a:p>
          <a:endParaRPr lang="en-US"/>
        </a:p>
      </dgm:t>
    </dgm:pt>
    <dgm:pt modelId="{D456EEC3-7389-4DCE-A4E6-F5BF2926B0E1}">
      <dgm:prSet phldrT="[Text]"/>
      <dgm:spPr/>
      <dgm:t>
        <a:bodyPr/>
        <a:lstStyle/>
        <a:p>
          <a:r>
            <a:rPr lang="en-US" dirty="0" smtClean="0"/>
            <a:t>Ideas</a:t>
          </a:r>
          <a:endParaRPr lang="en-US" dirty="0"/>
        </a:p>
      </dgm:t>
    </dgm:pt>
    <dgm:pt modelId="{B6280F23-72B8-4396-8585-E224FDD6D8B1}" type="parTrans" cxnId="{711297A6-E7FB-40A0-BFD9-65688EF948F3}">
      <dgm:prSet/>
      <dgm:spPr/>
      <dgm:t>
        <a:bodyPr/>
        <a:lstStyle/>
        <a:p>
          <a:endParaRPr lang="en-US"/>
        </a:p>
      </dgm:t>
    </dgm:pt>
    <dgm:pt modelId="{4C2DC2DA-FD9A-4582-9633-D437F6E71388}" type="sibTrans" cxnId="{711297A6-E7FB-40A0-BFD9-65688EF948F3}">
      <dgm:prSet/>
      <dgm:spPr/>
      <dgm:t>
        <a:bodyPr/>
        <a:lstStyle/>
        <a:p>
          <a:endParaRPr lang="en-US"/>
        </a:p>
      </dgm:t>
    </dgm:pt>
    <dgm:pt modelId="{AD5F8A78-B05D-4E8F-B19F-A1EC9BF76525}">
      <dgm:prSet phldrT="[Text]"/>
      <dgm:spPr/>
      <dgm:t>
        <a:bodyPr/>
        <a:lstStyle/>
        <a:p>
          <a:r>
            <a:rPr lang="en-US" dirty="0" smtClean="0"/>
            <a:t>Experience</a:t>
          </a:r>
          <a:endParaRPr lang="en-US" dirty="0"/>
        </a:p>
      </dgm:t>
    </dgm:pt>
    <dgm:pt modelId="{D287D1BC-349A-43EB-B379-4AA61674A622}" type="parTrans" cxnId="{5C97C041-607D-49CD-AD68-00098D5555F0}">
      <dgm:prSet/>
      <dgm:spPr/>
      <dgm:t>
        <a:bodyPr/>
        <a:lstStyle/>
        <a:p>
          <a:endParaRPr lang="en-US"/>
        </a:p>
      </dgm:t>
    </dgm:pt>
    <dgm:pt modelId="{16294D51-4734-4461-810B-92145584BDCE}" type="sibTrans" cxnId="{5C97C041-607D-49CD-AD68-00098D5555F0}">
      <dgm:prSet/>
      <dgm:spPr/>
      <dgm:t>
        <a:bodyPr/>
        <a:lstStyle/>
        <a:p>
          <a:endParaRPr lang="en-US"/>
        </a:p>
      </dgm:t>
    </dgm:pt>
    <dgm:pt modelId="{6F418EC7-83F2-4511-9DB7-B489C2B925DE}">
      <dgm:prSet phldrT="[Text]"/>
      <dgm:spPr/>
      <dgm:t>
        <a:bodyPr/>
        <a:lstStyle/>
        <a:p>
          <a:r>
            <a:rPr lang="en-US" dirty="0" smtClean="0"/>
            <a:t>Capability</a:t>
          </a:r>
          <a:endParaRPr lang="en-US" dirty="0"/>
        </a:p>
      </dgm:t>
    </dgm:pt>
    <dgm:pt modelId="{E58C7E26-48D9-4355-A0DA-86F54E7DEEFC}" type="parTrans" cxnId="{3F0AF429-91E7-495A-BC82-A7822490A5AA}">
      <dgm:prSet/>
      <dgm:spPr/>
      <dgm:t>
        <a:bodyPr/>
        <a:lstStyle/>
        <a:p>
          <a:endParaRPr lang="en-US"/>
        </a:p>
      </dgm:t>
    </dgm:pt>
    <dgm:pt modelId="{545B81AB-3C7C-40B7-ABDA-A0559842C07F}" type="sibTrans" cxnId="{3F0AF429-91E7-495A-BC82-A7822490A5AA}">
      <dgm:prSet/>
      <dgm:spPr/>
      <dgm:t>
        <a:bodyPr/>
        <a:lstStyle/>
        <a:p>
          <a:endParaRPr lang="en-US"/>
        </a:p>
      </dgm:t>
    </dgm:pt>
    <dgm:pt modelId="{526CC29A-A4A6-4347-ADEF-97D699996FDC}">
      <dgm:prSet phldrT="[Text]"/>
      <dgm:spPr/>
      <dgm:t>
        <a:bodyPr/>
        <a:lstStyle/>
        <a:p>
          <a:r>
            <a:rPr lang="en-US" dirty="0" smtClean="0"/>
            <a:t>Build</a:t>
          </a:r>
          <a:endParaRPr lang="en-US" dirty="0"/>
        </a:p>
      </dgm:t>
    </dgm:pt>
    <dgm:pt modelId="{10349B55-B23A-4EA0-AEF8-4FE4105DC8D9}" type="parTrans" cxnId="{783A2EBF-87D0-4E05-A25D-7E95F0EBD7B5}">
      <dgm:prSet/>
      <dgm:spPr/>
      <dgm:t>
        <a:bodyPr/>
        <a:lstStyle/>
        <a:p>
          <a:endParaRPr lang="en-US"/>
        </a:p>
      </dgm:t>
    </dgm:pt>
    <dgm:pt modelId="{B2CC4AB4-A46B-4BC9-A82D-069156BADEC8}" type="sibTrans" cxnId="{783A2EBF-87D0-4E05-A25D-7E95F0EBD7B5}">
      <dgm:prSet/>
      <dgm:spPr/>
      <dgm:t>
        <a:bodyPr/>
        <a:lstStyle/>
        <a:p>
          <a:endParaRPr lang="en-US"/>
        </a:p>
      </dgm:t>
    </dgm:pt>
    <dgm:pt modelId="{297BA7DE-78D8-45F2-ADB9-4A88FB6305B3}">
      <dgm:prSet phldrT="[Text]"/>
      <dgm:spPr/>
      <dgm:t>
        <a:bodyPr/>
        <a:lstStyle/>
        <a:p>
          <a:r>
            <a:rPr lang="en-US" dirty="0" smtClean="0"/>
            <a:t>Domain</a:t>
          </a:r>
          <a:endParaRPr lang="en-US" dirty="0"/>
        </a:p>
      </dgm:t>
    </dgm:pt>
    <dgm:pt modelId="{2B07CA3D-146D-409D-B102-D7EE8E582C85}" type="parTrans" cxnId="{9D8A2B54-14D5-4C5F-8DEB-4FE2555ABA78}">
      <dgm:prSet/>
      <dgm:spPr/>
      <dgm:t>
        <a:bodyPr/>
        <a:lstStyle/>
        <a:p>
          <a:endParaRPr lang="en-US"/>
        </a:p>
      </dgm:t>
    </dgm:pt>
    <dgm:pt modelId="{864354F4-D30A-4F6E-914E-D31AF6593157}" type="sibTrans" cxnId="{9D8A2B54-14D5-4C5F-8DEB-4FE2555ABA78}">
      <dgm:prSet/>
      <dgm:spPr/>
      <dgm:t>
        <a:bodyPr/>
        <a:lstStyle/>
        <a:p>
          <a:endParaRPr lang="en-US"/>
        </a:p>
      </dgm:t>
    </dgm:pt>
    <dgm:pt modelId="{306AA169-942E-49D3-9EB1-C4D18EF827DC}">
      <dgm:prSet phldrT="[Text]"/>
      <dgm:spPr/>
      <dgm:t>
        <a:bodyPr/>
        <a:lstStyle/>
        <a:p>
          <a:r>
            <a:rPr lang="en-US" dirty="0" smtClean="0"/>
            <a:t>Technology</a:t>
          </a:r>
          <a:endParaRPr lang="en-US" dirty="0"/>
        </a:p>
      </dgm:t>
    </dgm:pt>
    <dgm:pt modelId="{AE790987-80C8-4638-83D2-4A5BC09C8985}" type="parTrans" cxnId="{B9555FEF-8DA4-4081-BFF8-85C4D0EE9BB3}">
      <dgm:prSet/>
      <dgm:spPr/>
      <dgm:t>
        <a:bodyPr/>
        <a:lstStyle/>
        <a:p>
          <a:endParaRPr lang="en-US"/>
        </a:p>
      </dgm:t>
    </dgm:pt>
    <dgm:pt modelId="{7E9663B6-F27D-4F66-92F0-60FCEF330DC6}" type="sibTrans" cxnId="{B9555FEF-8DA4-4081-BFF8-85C4D0EE9BB3}">
      <dgm:prSet/>
      <dgm:spPr/>
      <dgm:t>
        <a:bodyPr/>
        <a:lstStyle/>
        <a:p>
          <a:endParaRPr lang="en-US"/>
        </a:p>
      </dgm:t>
    </dgm:pt>
    <dgm:pt modelId="{368BB284-820A-4D04-8276-35F99F75E470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09D53A01-524B-40E8-8800-4E2477C4C0E4}" type="parTrans" cxnId="{91F7A60E-D7D5-4CEB-8665-567E8E3857F8}">
      <dgm:prSet/>
      <dgm:spPr/>
      <dgm:t>
        <a:bodyPr/>
        <a:lstStyle/>
        <a:p>
          <a:endParaRPr lang="en-US"/>
        </a:p>
      </dgm:t>
    </dgm:pt>
    <dgm:pt modelId="{2EEFCD25-C9B2-4E9A-993C-54E47912ACD0}" type="sibTrans" cxnId="{91F7A60E-D7D5-4CEB-8665-567E8E3857F8}">
      <dgm:prSet/>
      <dgm:spPr/>
      <dgm:t>
        <a:bodyPr/>
        <a:lstStyle/>
        <a:p>
          <a:endParaRPr lang="en-US"/>
        </a:p>
      </dgm:t>
    </dgm:pt>
    <dgm:pt modelId="{A8261CD6-819A-403E-9E45-E82EAD2D8ACB}">
      <dgm:prSet phldrT="[Text]"/>
      <dgm:spPr/>
      <dgm:t>
        <a:bodyPr/>
        <a:lstStyle/>
        <a:p>
          <a:r>
            <a:rPr lang="en-US" dirty="0" smtClean="0"/>
            <a:t>Offerings</a:t>
          </a:r>
          <a:endParaRPr lang="en-US" dirty="0"/>
        </a:p>
      </dgm:t>
    </dgm:pt>
    <dgm:pt modelId="{F1181DA1-B7E6-40A0-81BB-158227E188F7}" type="parTrans" cxnId="{5B9F602F-2E3E-44D4-BB1F-7DE0AD8A6874}">
      <dgm:prSet/>
      <dgm:spPr/>
      <dgm:t>
        <a:bodyPr/>
        <a:lstStyle/>
        <a:p>
          <a:endParaRPr lang="en-US"/>
        </a:p>
      </dgm:t>
    </dgm:pt>
    <dgm:pt modelId="{8580E131-354B-40BA-8E5E-C4C506B4A831}" type="sibTrans" cxnId="{5B9F602F-2E3E-44D4-BB1F-7DE0AD8A6874}">
      <dgm:prSet/>
      <dgm:spPr/>
      <dgm:t>
        <a:bodyPr/>
        <a:lstStyle/>
        <a:p>
          <a:endParaRPr lang="en-US"/>
        </a:p>
      </dgm:t>
    </dgm:pt>
    <dgm:pt modelId="{85240843-F50C-433D-B67B-6A4C7E463233}" type="pres">
      <dgm:prSet presAssocID="{C3F44E19-993F-49A3-B973-4A441D93A5BE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225FC259-0006-4538-B683-7297D0E0BB43}" type="pres">
      <dgm:prSet presAssocID="{C3F44E19-993F-49A3-B973-4A441D93A5BE}" presName="arc1" presStyleLbl="node1" presStyleIdx="0" presStyleCnt="4"/>
      <dgm:spPr/>
      <dgm:t>
        <a:bodyPr/>
        <a:lstStyle/>
        <a:p>
          <a:endParaRPr lang="en-IN"/>
        </a:p>
      </dgm:t>
    </dgm:pt>
    <dgm:pt modelId="{398AEF55-9051-4926-B8D0-7517A531C654}" type="pres">
      <dgm:prSet presAssocID="{C3F44E19-993F-49A3-B973-4A441D93A5BE}" presName="arc3" presStyleLbl="node1" presStyleIdx="1" presStyleCnt="4"/>
      <dgm:spPr/>
      <dgm:t>
        <a:bodyPr/>
        <a:lstStyle/>
        <a:p>
          <a:endParaRPr lang="en-IN"/>
        </a:p>
      </dgm:t>
    </dgm:pt>
    <dgm:pt modelId="{A5708918-C65C-4F85-8189-64C561B441D9}" type="pres">
      <dgm:prSet presAssocID="{C3F44E19-993F-49A3-B973-4A441D93A5BE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69536E-BA26-40AC-99AC-892F66202CFF}" type="pres">
      <dgm:prSet presAssocID="{C3F44E19-993F-49A3-B973-4A441D93A5BE}" presName="arc2" presStyleLbl="node1" presStyleIdx="2" presStyleCnt="4"/>
      <dgm:spPr/>
      <dgm:t>
        <a:bodyPr/>
        <a:lstStyle/>
        <a:p>
          <a:endParaRPr lang="en-IN"/>
        </a:p>
      </dgm:t>
    </dgm:pt>
    <dgm:pt modelId="{EB2396EB-81CD-45A0-AEF1-FB111F1FBC61}" type="pres">
      <dgm:prSet presAssocID="{C3F44E19-993F-49A3-B973-4A441D93A5BE}" presName="arc4" presStyleLbl="node1" presStyleIdx="3" presStyleCnt="4"/>
      <dgm:spPr/>
      <dgm:t>
        <a:bodyPr/>
        <a:lstStyle/>
        <a:p>
          <a:endParaRPr lang="en-IN"/>
        </a:p>
      </dgm:t>
    </dgm:pt>
    <dgm:pt modelId="{06DC78B9-679C-4881-A45E-A3B23ED3B5B2}" type="pres">
      <dgm:prSet presAssocID="{C3F44E19-993F-49A3-B973-4A441D93A5BE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442776-E0A5-470F-9C75-B02508383C84}" type="pres">
      <dgm:prSet presAssocID="{C3F44E19-993F-49A3-B973-4A441D93A5BE}" presName="middleComposite" presStyleCnt="0"/>
      <dgm:spPr/>
      <dgm:t>
        <a:bodyPr/>
        <a:lstStyle/>
        <a:p>
          <a:endParaRPr lang="en-IN"/>
        </a:p>
      </dgm:t>
    </dgm:pt>
    <dgm:pt modelId="{25FF4365-000D-4638-8BEC-866CF5474A45}" type="pres">
      <dgm:prSet presAssocID="{297BA7DE-78D8-45F2-ADB9-4A88FB6305B3}" presName="circ1" presStyleLbl="vennNode1" presStyleIdx="0" presStyleCnt="8"/>
      <dgm:spPr/>
      <dgm:t>
        <a:bodyPr/>
        <a:lstStyle/>
        <a:p>
          <a:endParaRPr lang="en-US"/>
        </a:p>
      </dgm:t>
    </dgm:pt>
    <dgm:pt modelId="{4741BD68-9DF7-46D6-AE79-2340A4A5AEA1}" type="pres">
      <dgm:prSet presAssocID="{297BA7DE-78D8-45F2-ADB9-4A88FB6305B3}" presName="circ1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935BEFA-4B96-4552-AAB0-54806A51059F}" type="pres">
      <dgm:prSet presAssocID="{306AA169-942E-49D3-9EB1-C4D18EF827DC}" presName="circ2" presStyleLbl="vennNode1" presStyleIdx="1" presStyleCnt="8"/>
      <dgm:spPr/>
      <dgm:t>
        <a:bodyPr/>
        <a:lstStyle/>
        <a:p>
          <a:endParaRPr lang="en-US"/>
        </a:p>
      </dgm:t>
    </dgm:pt>
    <dgm:pt modelId="{FCA77164-F3A8-426D-9E44-5670CF8D0B4F}" type="pres">
      <dgm:prSet presAssocID="{306AA169-942E-49D3-9EB1-C4D18EF827DC}" presName="circ2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A1CC75A-E8C5-4B2E-950D-B9B0F76B96C9}" type="pres">
      <dgm:prSet presAssocID="{C3F44E19-993F-49A3-B973-4A441D93A5BE}" presName="leftComposite" presStyleCnt="0"/>
      <dgm:spPr/>
      <dgm:t>
        <a:bodyPr/>
        <a:lstStyle/>
        <a:p>
          <a:endParaRPr lang="en-IN"/>
        </a:p>
      </dgm:t>
    </dgm:pt>
    <dgm:pt modelId="{72B10AE5-35EF-475B-B577-EB98FF2D5E74}" type="pres">
      <dgm:prSet presAssocID="{D456EEC3-7389-4DCE-A4E6-F5BF2926B0E1}" presName="childText1_1" presStyleLbl="vennNode1" presStyleIdx="2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2586866-3444-4FC7-89B8-E924AE6AE44E}" type="pres">
      <dgm:prSet presAssocID="{D456EEC3-7389-4DCE-A4E6-F5BF2926B0E1}" presName="ellipse1" presStyleLbl="vennNode1" presStyleIdx="3" presStyleCnt="8"/>
      <dgm:spPr/>
      <dgm:t>
        <a:bodyPr/>
        <a:lstStyle/>
        <a:p>
          <a:endParaRPr lang="en-IN"/>
        </a:p>
      </dgm:t>
    </dgm:pt>
    <dgm:pt modelId="{47190549-DC7D-42D5-9D5C-69E471ACFD47}" type="pres">
      <dgm:prSet presAssocID="{D456EEC3-7389-4DCE-A4E6-F5BF2926B0E1}" presName="ellipse2" presStyleLbl="vennNode1" presStyleIdx="4" presStyleCnt="8"/>
      <dgm:spPr/>
      <dgm:t>
        <a:bodyPr/>
        <a:lstStyle/>
        <a:p>
          <a:endParaRPr lang="en-IN"/>
        </a:p>
      </dgm:t>
    </dgm:pt>
    <dgm:pt modelId="{A15EA534-E8CB-45B3-A79F-D57ADFF5C11A}" type="pres">
      <dgm:prSet presAssocID="{AD5F8A78-B05D-4E8F-B19F-A1EC9BF76525}" presName="childText1_2" presStyleLbl="vennNode1" presStyleIdx="5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CE3146D-6083-4995-9EBF-74351B2B9CFF}" type="pres">
      <dgm:prSet presAssocID="{AD5F8A78-B05D-4E8F-B19F-A1EC9BF76525}" presName="ellipse3" presStyleLbl="vennNode1" presStyleIdx="6" presStyleCnt="8"/>
      <dgm:spPr/>
      <dgm:t>
        <a:bodyPr/>
        <a:lstStyle/>
        <a:p>
          <a:endParaRPr lang="en-IN"/>
        </a:p>
      </dgm:t>
    </dgm:pt>
    <dgm:pt modelId="{D3B37920-FC2E-49E3-943F-14FF579A6622}" type="pres">
      <dgm:prSet presAssocID="{6F418EC7-83F2-4511-9DB7-B489C2B925DE}" presName="childText1_3" presStyleLbl="vennNode1" presStyleIdx="7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0122305-46CA-41C0-B193-2310594B4A79}" type="pres">
      <dgm:prSet presAssocID="{C3F44E19-993F-49A3-B973-4A441D93A5BE}" presName="rightChild" presStyleLbl="node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F5A9021-5F7A-4E52-B0A6-765AC8CCCBB6}" type="pres">
      <dgm:prSet presAssocID="{C3F44E19-993F-49A3-B973-4A441D93A5BE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BA69DCB-49A7-4021-8683-2F1F38266693}" type="presOf" srcId="{306AA169-942E-49D3-9EB1-C4D18EF827DC}" destId="{7935BEFA-4B96-4552-AAB0-54806A51059F}" srcOrd="0" destOrd="0" presId="urn:microsoft.com/office/officeart/2009/3/layout/PhasedProcess"/>
    <dgm:cxn modelId="{F285F688-B0B1-4713-9BBD-9E20125C3CB8}" type="presOf" srcId="{A8261CD6-819A-403E-9E45-E82EAD2D8ACB}" destId="{70122305-46CA-41C0-B193-2310594B4A79}" srcOrd="0" destOrd="0" presId="urn:microsoft.com/office/officeart/2009/3/layout/PhasedProcess"/>
    <dgm:cxn modelId="{4A55919F-7360-4B6E-8AA3-36F84D3CB3CD}" type="presOf" srcId="{297BA7DE-78D8-45F2-ADB9-4A88FB6305B3}" destId="{4741BD68-9DF7-46D6-AE79-2340A4A5AEA1}" srcOrd="1" destOrd="0" presId="urn:microsoft.com/office/officeart/2009/3/layout/PhasedProcess"/>
    <dgm:cxn modelId="{63128733-C91D-43BA-B146-A8B6DB4032EC}" type="presOf" srcId="{368BB284-820A-4D04-8276-35F99F75E470}" destId="{06DC78B9-679C-4881-A45E-A3B23ED3B5B2}" srcOrd="0" destOrd="0" presId="urn:microsoft.com/office/officeart/2009/3/layout/PhasedProcess"/>
    <dgm:cxn modelId="{F78C2FE9-7E4A-4E73-ADCA-965CC67E84E9}" type="presOf" srcId="{C3F44E19-993F-49A3-B973-4A441D93A5BE}" destId="{85240843-F50C-433D-B67B-6A4C7E463233}" srcOrd="0" destOrd="0" presId="urn:microsoft.com/office/officeart/2009/3/layout/PhasedProcess"/>
    <dgm:cxn modelId="{783A2EBF-87D0-4E05-A25D-7E95F0EBD7B5}" srcId="{C3F44E19-993F-49A3-B973-4A441D93A5BE}" destId="{526CC29A-A4A6-4347-ADEF-97D699996FDC}" srcOrd="1" destOrd="0" parTransId="{10349B55-B23A-4EA0-AEF8-4FE4105DC8D9}" sibTransId="{B2CC4AB4-A46B-4BC9-A82D-069156BADEC8}"/>
    <dgm:cxn modelId="{BF6CBDCA-D39C-4DC7-BF58-13093F9F54F9}" type="presOf" srcId="{297BA7DE-78D8-45F2-ADB9-4A88FB6305B3}" destId="{25FF4365-000D-4638-8BEC-866CF5474A45}" srcOrd="0" destOrd="0" presId="urn:microsoft.com/office/officeart/2009/3/layout/PhasedProcess"/>
    <dgm:cxn modelId="{8EFF67FF-D1BF-48EC-809A-85410CADD870}" type="presOf" srcId="{AFC058B2-010F-46BF-AEB8-094A0BBEA54C}" destId="{7F5A9021-5F7A-4E52-B0A6-765AC8CCCBB6}" srcOrd="0" destOrd="0" presId="urn:microsoft.com/office/officeart/2009/3/layout/PhasedProcess"/>
    <dgm:cxn modelId="{56616D15-10CA-47E1-AB16-3DFE774FA684}" type="presOf" srcId="{6F418EC7-83F2-4511-9DB7-B489C2B925DE}" destId="{D3B37920-FC2E-49E3-943F-14FF579A6622}" srcOrd="0" destOrd="0" presId="urn:microsoft.com/office/officeart/2009/3/layout/PhasedProcess"/>
    <dgm:cxn modelId="{711297A6-E7FB-40A0-BFD9-65688EF948F3}" srcId="{AFC058B2-010F-46BF-AEB8-094A0BBEA54C}" destId="{D456EEC3-7389-4DCE-A4E6-F5BF2926B0E1}" srcOrd="0" destOrd="0" parTransId="{B6280F23-72B8-4396-8585-E224FDD6D8B1}" sibTransId="{4C2DC2DA-FD9A-4582-9633-D437F6E71388}"/>
    <dgm:cxn modelId="{5B9F602F-2E3E-44D4-BB1F-7DE0AD8A6874}" srcId="{368BB284-820A-4D04-8276-35F99F75E470}" destId="{A8261CD6-819A-403E-9E45-E82EAD2D8ACB}" srcOrd="0" destOrd="0" parTransId="{F1181DA1-B7E6-40A0-81BB-158227E188F7}" sibTransId="{8580E131-354B-40BA-8E5E-C4C506B4A831}"/>
    <dgm:cxn modelId="{5C97C041-607D-49CD-AD68-00098D5555F0}" srcId="{AFC058B2-010F-46BF-AEB8-094A0BBEA54C}" destId="{AD5F8A78-B05D-4E8F-B19F-A1EC9BF76525}" srcOrd="1" destOrd="0" parTransId="{D287D1BC-349A-43EB-B379-4AA61674A622}" sibTransId="{16294D51-4734-4461-810B-92145584BDCE}"/>
    <dgm:cxn modelId="{9D8A2B54-14D5-4C5F-8DEB-4FE2555ABA78}" srcId="{526CC29A-A4A6-4347-ADEF-97D699996FDC}" destId="{297BA7DE-78D8-45F2-ADB9-4A88FB6305B3}" srcOrd="0" destOrd="0" parTransId="{2B07CA3D-146D-409D-B102-D7EE8E582C85}" sibTransId="{864354F4-D30A-4F6E-914E-D31AF6593157}"/>
    <dgm:cxn modelId="{91F7A60E-D7D5-4CEB-8665-567E8E3857F8}" srcId="{C3F44E19-993F-49A3-B973-4A441D93A5BE}" destId="{368BB284-820A-4D04-8276-35F99F75E470}" srcOrd="2" destOrd="0" parTransId="{09D53A01-524B-40E8-8800-4E2477C4C0E4}" sibTransId="{2EEFCD25-C9B2-4E9A-993C-54E47912ACD0}"/>
    <dgm:cxn modelId="{B9555FEF-8DA4-4081-BFF8-85C4D0EE9BB3}" srcId="{526CC29A-A4A6-4347-ADEF-97D699996FDC}" destId="{306AA169-942E-49D3-9EB1-C4D18EF827DC}" srcOrd="1" destOrd="0" parTransId="{AE790987-80C8-4638-83D2-4A5BC09C8985}" sibTransId="{7E9663B6-F27D-4F66-92F0-60FCEF330DC6}"/>
    <dgm:cxn modelId="{C53F2FC8-334D-48D9-BC2B-78F05763E6E8}" type="presOf" srcId="{306AA169-942E-49D3-9EB1-C4D18EF827DC}" destId="{FCA77164-F3A8-426D-9E44-5670CF8D0B4F}" srcOrd="1" destOrd="0" presId="urn:microsoft.com/office/officeart/2009/3/layout/PhasedProcess"/>
    <dgm:cxn modelId="{A047DD5D-10DE-4D1A-99B3-3C195E4C31ED}" type="presOf" srcId="{D456EEC3-7389-4DCE-A4E6-F5BF2926B0E1}" destId="{72B10AE5-35EF-475B-B577-EB98FF2D5E74}" srcOrd="0" destOrd="0" presId="urn:microsoft.com/office/officeart/2009/3/layout/PhasedProcess"/>
    <dgm:cxn modelId="{3F0AF429-91E7-495A-BC82-A7822490A5AA}" srcId="{AFC058B2-010F-46BF-AEB8-094A0BBEA54C}" destId="{6F418EC7-83F2-4511-9DB7-B489C2B925DE}" srcOrd="2" destOrd="0" parTransId="{E58C7E26-48D9-4355-A0DA-86F54E7DEEFC}" sibTransId="{545B81AB-3C7C-40B7-ABDA-A0559842C07F}"/>
    <dgm:cxn modelId="{7A062E04-1A3D-4522-A631-F72ED2F9E64F}" type="presOf" srcId="{AD5F8A78-B05D-4E8F-B19F-A1EC9BF76525}" destId="{A15EA534-E8CB-45B3-A79F-D57ADFF5C11A}" srcOrd="0" destOrd="0" presId="urn:microsoft.com/office/officeart/2009/3/layout/PhasedProcess"/>
    <dgm:cxn modelId="{9BFD5BE9-C7FC-4E3A-BD9B-AC888DDEE236}" type="presOf" srcId="{526CC29A-A4A6-4347-ADEF-97D699996FDC}" destId="{A5708918-C65C-4F85-8189-64C561B441D9}" srcOrd="0" destOrd="0" presId="urn:microsoft.com/office/officeart/2009/3/layout/PhasedProcess"/>
    <dgm:cxn modelId="{5253D466-6106-4905-9A15-1FBA12DA429A}" srcId="{C3F44E19-993F-49A3-B973-4A441D93A5BE}" destId="{AFC058B2-010F-46BF-AEB8-094A0BBEA54C}" srcOrd="0" destOrd="0" parTransId="{5548AF85-C6F1-4505-AE0E-358FE22C4E81}" sibTransId="{B78CA6EC-1856-4409-9B43-291691C6DDFB}"/>
    <dgm:cxn modelId="{CFD5C315-E740-479A-8B74-A073874934DB}" type="presParOf" srcId="{85240843-F50C-433D-B67B-6A4C7E463233}" destId="{225FC259-0006-4538-B683-7297D0E0BB43}" srcOrd="0" destOrd="0" presId="urn:microsoft.com/office/officeart/2009/3/layout/PhasedProcess"/>
    <dgm:cxn modelId="{8CA8668F-8C3C-4666-9314-6455CFF8B0A7}" type="presParOf" srcId="{85240843-F50C-433D-B67B-6A4C7E463233}" destId="{398AEF55-9051-4926-B8D0-7517A531C654}" srcOrd="1" destOrd="0" presId="urn:microsoft.com/office/officeart/2009/3/layout/PhasedProcess"/>
    <dgm:cxn modelId="{2F24CCDB-2800-43AA-BDE7-EB1846A47EA0}" type="presParOf" srcId="{85240843-F50C-433D-B67B-6A4C7E463233}" destId="{A5708918-C65C-4F85-8189-64C561B441D9}" srcOrd="2" destOrd="0" presId="urn:microsoft.com/office/officeart/2009/3/layout/PhasedProcess"/>
    <dgm:cxn modelId="{873391AE-3C77-4A7C-AD60-4F1239897124}" type="presParOf" srcId="{85240843-F50C-433D-B67B-6A4C7E463233}" destId="{2369536E-BA26-40AC-99AC-892F66202CFF}" srcOrd="3" destOrd="0" presId="urn:microsoft.com/office/officeart/2009/3/layout/PhasedProcess"/>
    <dgm:cxn modelId="{AE811F97-E383-4DEE-A712-019F57D717E0}" type="presParOf" srcId="{85240843-F50C-433D-B67B-6A4C7E463233}" destId="{EB2396EB-81CD-45A0-AEF1-FB111F1FBC61}" srcOrd="4" destOrd="0" presId="urn:microsoft.com/office/officeart/2009/3/layout/PhasedProcess"/>
    <dgm:cxn modelId="{4986717A-F917-4659-8FAC-5F9A29AF81EB}" type="presParOf" srcId="{85240843-F50C-433D-B67B-6A4C7E463233}" destId="{06DC78B9-679C-4881-A45E-A3B23ED3B5B2}" srcOrd="5" destOrd="0" presId="urn:microsoft.com/office/officeart/2009/3/layout/PhasedProcess"/>
    <dgm:cxn modelId="{2E9CF2AD-2A3E-435E-8D11-C02DBC3D01D8}" type="presParOf" srcId="{85240843-F50C-433D-B67B-6A4C7E463233}" destId="{D1442776-E0A5-470F-9C75-B02508383C84}" srcOrd="6" destOrd="0" presId="urn:microsoft.com/office/officeart/2009/3/layout/PhasedProcess"/>
    <dgm:cxn modelId="{C8FD27B6-4CEA-4C49-807A-EBF7344B682C}" type="presParOf" srcId="{D1442776-E0A5-470F-9C75-B02508383C84}" destId="{25FF4365-000D-4638-8BEC-866CF5474A45}" srcOrd="0" destOrd="0" presId="urn:microsoft.com/office/officeart/2009/3/layout/PhasedProcess"/>
    <dgm:cxn modelId="{CD6B4885-A5BA-4CBA-B1BD-A8B94095DF20}" type="presParOf" srcId="{D1442776-E0A5-470F-9C75-B02508383C84}" destId="{4741BD68-9DF7-46D6-AE79-2340A4A5AEA1}" srcOrd="1" destOrd="0" presId="urn:microsoft.com/office/officeart/2009/3/layout/PhasedProcess"/>
    <dgm:cxn modelId="{9DA26DE0-236E-4759-AADA-C3CE7AA4AC5E}" type="presParOf" srcId="{D1442776-E0A5-470F-9C75-B02508383C84}" destId="{7935BEFA-4B96-4552-AAB0-54806A51059F}" srcOrd="2" destOrd="0" presId="urn:microsoft.com/office/officeart/2009/3/layout/PhasedProcess"/>
    <dgm:cxn modelId="{D06747A8-DDC4-40C2-9790-927EE23D9F64}" type="presParOf" srcId="{D1442776-E0A5-470F-9C75-B02508383C84}" destId="{FCA77164-F3A8-426D-9E44-5670CF8D0B4F}" srcOrd="3" destOrd="0" presId="urn:microsoft.com/office/officeart/2009/3/layout/PhasedProcess"/>
    <dgm:cxn modelId="{C688AEF9-3634-4FBF-9806-C3CC52EAEA89}" type="presParOf" srcId="{85240843-F50C-433D-B67B-6A4C7E463233}" destId="{2A1CC75A-E8C5-4B2E-950D-B9B0F76B96C9}" srcOrd="7" destOrd="0" presId="urn:microsoft.com/office/officeart/2009/3/layout/PhasedProcess"/>
    <dgm:cxn modelId="{EFDA0B81-8D06-49E3-93FE-9B06F44E4A42}" type="presParOf" srcId="{2A1CC75A-E8C5-4B2E-950D-B9B0F76B96C9}" destId="{72B10AE5-35EF-475B-B577-EB98FF2D5E74}" srcOrd="0" destOrd="0" presId="urn:microsoft.com/office/officeart/2009/3/layout/PhasedProcess"/>
    <dgm:cxn modelId="{7CC815F8-AA86-41D4-A323-EC01674C800B}" type="presParOf" srcId="{2A1CC75A-E8C5-4B2E-950D-B9B0F76B96C9}" destId="{62586866-3444-4FC7-89B8-E924AE6AE44E}" srcOrd="1" destOrd="0" presId="urn:microsoft.com/office/officeart/2009/3/layout/PhasedProcess"/>
    <dgm:cxn modelId="{9279F590-C4A2-4540-9D2B-93BE555EAE9B}" type="presParOf" srcId="{2A1CC75A-E8C5-4B2E-950D-B9B0F76B96C9}" destId="{47190549-DC7D-42D5-9D5C-69E471ACFD47}" srcOrd="2" destOrd="0" presId="urn:microsoft.com/office/officeart/2009/3/layout/PhasedProcess"/>
    <dgm:cxn modelId="{70B34BC9-C21D-4B11-BD81-68BE89124283}" type="presParOf" srcId="{2A1CC75A-E8C5-4B2E-950D-B9B0F76B96C9}" destId="{A15EA534-E8CB-45B3-A79F-D57ADFF5C11A}" srcOrd="3" destOrd="0" presId="urn:microsoft.com/office/officeart/2009/3/layout/PhasedProcess"/>
    <dgm:cxn modelId="{9778981C-B09F-4544-8FA4-77D8681BDAAA}" type="presParOf" srcId="{2A1CC75A-E8C5-4B2E-950D-B9B0F76B96C9}" destId="{9CE3146D-6083-4995-9EBF-74351B2B9CFF}" srcOrd="4" destOrd="0" presId="urn:microsoft.com/office/officeart/2009/3/layout/PhasedProcess"/>
    <dgm:cxn modelId="{7E3D0BFA-3665-4350-B3BC-80ABBB2C0AB4}" type="presParOf" srcId="{2A1CC75A-E8C5-4B2E-950D-B9B0F76B96C9}" destId="{D3B37920-FC2E-49E3-943F-14FF579A6622}" srcOrd="5" destOrd="0" presId="urn:microsoft.com/office/officeart/2009/3/layout/PhasedProcess"/>
    <dgm:cxn modelId="{63A43B8C-0AD2-4672-8719-16BD1791407D}" type="presParOf" srcId="{85240843-F50C-433D-B67B-6A4C7E463233}" destId="{70122305-46CA-41C0-B193-2310594B4A79}" srcOrd="8" destOrd="0" presId="urn:microsoft.com/office/officeart/2009/3/layout/PhasedProcess"/>
    <dgm:cxn modelId="{06D7BD59-34EF-4FD7-A221-45C226999A24}" type="presParOf" srcId="{85240843-F50C-433D-B67B-6A4C7E463233}" destId="{7F5A9021-5F7A-4E52-B0A6-765AC8CCCBB6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ECC8DD-0757-47D4-B24C-18369224C004}" type="doc">
      <dgm:prSet loTypeId="urn:microsoft.com/office/officeart/2005/8/layout/hProcess9" loCatId="process" qsTypeId="urn:microsoft.com/office/officeart/2005/8/quickstyle/simple1" qsCatId="simple" csTypeId="urn:microsoft.com/office/officeart/2005/8/colors/accent0_2" csCatId="mainScheme" phldr="1"/>
      <dgm:spPr/>
    </dgm:pt>
    <dgm:pt modelId="{FED01CE8-7DC7-4B28-95CD-F50F83615D8F}">
      <dgm:prSet phldrT="[Text]" custT="1"/>
      <dgm:spPr/>
      <dgm:t>
        <a:bodyPr/>
        <a:lstStyle/>
        <a:p>
          <a:r>
            <a:rPr lang="en-IN" sz="1600" dirty="0" smtClean="0"/>
            <a:t>Definition</a:t>
          </a:r>
        </a:p>
      </dgm:t>
    </dgm:pt>
    <dgm:pt modelId="{8D2151BE-A906-4760-BE89-922A39A9CC83}" type="parTrans" cxnId="{21EC92C7-2777-4B73-81DB-B3C71E1828CD}">
      <dgm:prSet/>
      <dgm:spPr/>
      <dgm:t>
        <a:bodyPr/>
        <a:lstStyle/>
        <a:p>
          <a:endParaRPr lang="en-IN"/>
        </a:p>
      </dgm:t>
    </dgm:pt>
    <dgm:pt modelId="{3B890313-E05C-45A8-9C0E-C8E3579FCA42}" type="sibTrans" cxnId="{21EC92C7-2777-4B73-81DB-B3C71E1828CD}">
      <dgm:prSet/>
      <dgm:spPr/>
      <dgm:t>
        <a:bodyPr/>
        <a:lstStyle/>
        <a:p>
          <a:endParaRPr lang="en-IN"/>
        </a:p>
      </dgm:t>
    </dgm:pt>
    <dgm:pt modelId="{9B5A192A-AFA4-4859-B71D-5D9BA4DEF2AF}">
      <dgm:prSet phldrT="[Text]" custT="1"/>
      <dgm:spPr/>
      <dgm:t>
        <a:bodyPr/>
        <a:lstStyle/>
        <a:p>
          <a:r>
            <a:rPr lang="en-IN" sz="1600" dirty="0" smtClean="0"/>
            <a:t>Creation</a:t>
          </a:r>
          <a:endParaRPr lang="en-IN" sz="1600" dirty="0"/>
        </a:p>
      </dgm:t>
    </dgm:pt>
    <dgm:pt modelId="{9FAEFF2D-B7AA-4263-8EA8-221DCB3380D9}" type="parTrans" cxnId="{CD82A8C1-186F-4A5E-B433-29C0BA5C0490}">
      <dgm:prSet/>
      <dgm:spPr/>
      <dgm:t>
        <a:bodyPr/>
        <a:lstStyle/>
        <a:p>
          <a:endParaRPr lang="en-IN"/>
        </a:p>
      </dgm:t>
    </dgm:pt>
    <dgm:pt modelId="{31379C94-EC5C-41AE-8302-A878EEB43A0E}" type="sibTrans" cxnId="{CD82A8C1-186F-4A5E-B433-29C0BA5C0490}">
      <dgm:prSet/>
      <dgm:spPr/>
      <dgm:t>
        <a:bodyPr/>
        <a:lstStyle/>
        <a:p>
          <a:endParaRPr lang="en-IN"/>
        </a:p>
      </dgm:t>
    </dgm:pt>
    <dgm:pt modelId="{F149EF83-7B66-4AE5-9780-52CBE07C393C}">
      <dgm:prSet phldrT="[Text]" custT="1"/>
      <dgm:spPr/>
      <dgm:t>
        <a:bodyPr/>
        <a:lstStyle/>
        <a:p>
          <a:r>
            <a:rPr lang="en-IN" sz="1600" dirty="0" smtClean="0"/>
            <a:t>Peer review</a:t>
          </a:r>
          <a:endParaRPr lang="en-IN" sz="1600" dirty="0"/>
        </a:p>
      </dgm:t>
    </dgm:pt>
    <dgm:pt modelId="{4D2144A4-6C80-4412-AC01-E056BF3E6CB3}" type="parTrans" cxnId="{1110B9B7-5CD3-44CA-8751-F7A82BE8913B}">
      <dgm:prSet/>
      <dgm:spPr/>
      <dgm:t>
        <a:bodyPr/>
        <a:lstStyle/>
        <a:p>
          <a:endParaRPr lang="en-IN"/>
        </a:p>
      </dgm:t>
    </dgm:pt>
    <dgm:pt modelId="{2D8CB707-2965-4993-B05E-2795440DB75B}" type="sibTrans" cxnId="{1110B9B7-5CD3-44CA-8751-F7A82BE8913B}">
      <dgm:prSet/>
      <dgm:spPr/>
      <dgm:t>
        <a:bodyPr/>
        <a:lstStyle/>
        <a:p>
          <a:endParaRPr lang="en-IN"/>
        </a:p>
      </dgm:t>
    </dgm:pt>
    <dgm:pt modelId="{1FDB40F8-DE51-4733-9B0B-CF3D44C5C3C0}">
      <dgm:prSet phldrT="[Text]" custT="1"/>
      <dgm:spPr/>
      <dgm:t>
        <a:bodyPr/>
        <a:lstStyle/>
        <a:p>
          <a:r>
            <a:rPr lang="en-IN" sz="1600" dirty="0" smtClean="0"/>
            <a:t>BU review</a:t>
          </a:r>
        </a:p>
        <a:p>
          <a:r>
            <a:rPr lang="en-IN" sz="1100" dirty="0" smtClean="0"/>
            <a:t>(Girish)</a:t>
          </a:r>
          <a:endParaRPr lang="en-IN" sz="1100" dirty="0"/>
        </a:p>
      </dgm:t>
    </dgm:pt>
    <dgm:pt modelId="{19F1E37F-0FDF-4439-9341-82587CC47251}" type="parTrans" cxnId="{06A96718-E406-43CD-A28D-0CEF375461D9}">
      <dgm:prSet/>
      <dgm:spPr/>
      <dgm:t>
        <a:bodyPr/>
        <a:lstStyle/>
        <a:p>
          <a:endParaRPr lang="en-IN"/>
        </a:p>
      </dgm:t>
    </dgm:pt>
    <dgm:pt modelId="{1FF0CF85-44AF-4759-80A5-863BD5A28C51}" type="sibTrans" cxnId="{06A96718-E406-43CD-A28D-0CEF375461D9}">
      <dgm:prSet/>
      <dgm:spPr/>
      <dgm:t>
        <a:bodyPr/>
        <a:lstStyle/>
        <a:p>
          <a:endParaRPr lang="en-IN"/>
        </a:p>
      </dgm:t>
    </dgm:pt>
    <dgm:pt modelId="{7B03BE39-5F44-4ADC-A596-D6F5EA0705E5}">
      <dgm:prSet phldrT="[Text]" custT="1"/>
      <dgm:spPr/>
      <dgm:t>
        <a:bodyPr/>
        <a:lstStyle/>
        <a:p>
          <a:r>
            <a:rPr lang="en-IN" sz="1400" dirty="0" smtClean="0"/>
            <a:t>Nagarro review</a:t>
          </a:r>
        </a:p>
        <a:p>
          <a:r>
            <a:rPr lang="en-IN" sz="1100" dirty="0" smtClean="0"/>
            <a:t>(Marketing, Sales, Legal)</a:t>
          </a:r>
          <a:endParaRPr lang="en-IN" sz="1100" dirty="0"/>
        </a:p>
      </dgm:t>
    </dgm:pt>
    <dgm:pt modelId="{0DBB8637-41B2-4156-90DA-C1D56ED06F58}" type="parTrans" cxnId="{46A93816-2814-4368-B41C-C680CF1FBDB6}">
      <dgm:prSet/>
      <dgm:spPr/>
      <dgm:t>
        <a:bodyPr/>
        <a:lstStyle/>
        <a:p>
          <a:endParaRPr lang="en-IN"/>
        </a:p>
      </dgm:t>
    </dgm:pt>
    <dgm:pt modelId="{6CCF00BF-015A-43C5-88F6-EAF430051CC1}" type="sibTrans" cxnId="{46A93816-2814-4368-B41C-C680CF1FBDB6}">
      <dgm:prSet/>
      <dgm:spPr/>
      <dgm:t>
        <a:bodyPr/>
        <a:lstStyle/>
        <a:p>
          <a:endParaRPr lang="en-IN"/>
        </a:p>
      </dgm:t>
    </dgm:pt>
    <dgm:pt modelId="{0C1BEB52-EBE5-42C0-AC89-7ECA6E4FD384}" type="pres">
      <dgm:prSet presAssocID="{6AECC8DD-0757-47D4-B24C-18369224C004}" presName="CompostProcess" presStyleCnt="0">
        <dgm:presLayoutVars>
          <dgm:dir/>
          <dgm:resizeHandles val="exact"/>
        </dgm:presLayoutVars>
      </dgm:prSet>
      <dgm:spPr/>
    </dgm:pt>
    <dgm:pt modelId="{5DCAC6E1-4C54-4DD4-B483-8CB0B2B77AC7}" type="pres">
      <dgm:prSet presAssocID="{6AECC8DD-0757-47D4-B24C-18369224C004}" presName="arrow" presStyleLbl="bgShp" presStyleIdx="0" presStyleCn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669C2AF6-423C-42F3-8846-8C84E6B8A34D}" type="pres">
      <dgm:prSet presAssocID="{6AECC8DD-0757-47D4-B24C-18369224C004}" presName="linearProcess" presStyleCnt="0"/>
      <dgm:spPr/>
    </dgm:pt>
    <dgm:pt modelId="{CDA82EED-E60B-498E-9461-9568827B17B0}" type="pres">
      <dgm:prSet presAssocID="{FED01CE8-7DC7-4B28-95CD-F50F83615D8F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8386980-F00D-4155-AB9A-765B59E13C20}" type="pres">
      <dgm:prSet presAssocID="{3B890313-E05C-45A8-9C0E-C8E3579FCA42}" presName="sibTrans" presStyleCnt="0"/>
      <dgm:spPr/>
    </dgm:pt>
    <dgm:pt modelId="{C4A75AA2-E64F-4791-A958-90D93EA50D17}" type="pres">
      <dgm:prSet presAssocID="{9B5A192A-AFA4-4859-B71D-5D9BA4DEF2AF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C491D72-BEB2-4247-96D8-990A80B42D63}" type="pres">
      <dgm:prSet presAssocID="{31379C94-EC5C-41AE-8302-A878EEB43A0E}" presName="sibTrans" presStyleCnt="0"/>
      <dgm:spPr/>
    </dgm:pt>
    <dgm:pt modelId="{C9F54610-DCB5-44BB-8F38-04400EDDA670}" type="pres">
      <dgm:prSet presAssocID="{F149EF83-7B66-4AE5-9780-52CBE07C393C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3F1525B-43E2-4A92-BC66-3CF16F96B5A6}" type="pres">
      <dgm:prSet presAssocID="{2D8CB707-2965-4993-B05E-2795440DB75B}" presName="sibTrans" presStyleCnt="0"/>
      <dgm:spPr/>
    </dgm:pt>
    <dgm:pt modelId="{FB242733-FC3E-4D54-B1E2-DED6D2E7F7D4}" type="pres">
      <dgm:prSet presAssocID="{1FDB40F8-DE51-4733-9B0B-CF3D44C5C3C0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C950D24-3FED-4B48-BFB4-30E73DC98324}" type="pres">
      <dgm:prSet presAssocID="{1FF0CF85-44AF-4759-80A5-863BD5A28C51}" presName="sibTrans" presStyleCnt="0"/>
      <dgm:spPr/>
    </dgm:pt>
    <dgm:pt modelId="{8806BCF1-3171-44F3-9017-6CFA84E3804A}" type="pres">
      <dgm:prSet presAssocID="{7B03BE39-5F44-4ADC-A596-D6F5EA0705E5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00E83F3-1FB3-4E4C-8634-D0C769127776}" type="presOf" srcId="{1FDB40F8-DE51-4733-9B0B-CF3D44C5C3C0}" destId="{FB242733-FC3E-4D54-B1E2-DED6D2E7F7D4}" srcOrd="0" destOrd="0" presId="urn:microsoft.com/office/officeart/2005/8/layout/hProcess9"/>
    <dgm:cxn modelId="{06A96718-E406-43CD-A28D-0CEF375461D9}" srcId="{6AECC8DD-0757-47D4-B24C-18369224C004}" destId="{1FDB40F8-DE51-4733-9B0B-CF3D44C5C3C0}" srcOrd="3" destOrd="0" parTransId="{19F1E37F-0FDF-4439-9341-82587CC47251}" sibTransId="{1FF0CF85-44AF-4759-80A5-863BD5A28C51}"/>
    <dgm:cxn modelId="{F97426D0-87E3-4021-8390-7A09BD00A6E3}" type="presOf" srcId="{FED01CE8-7DC7-4B28-95CD-F50F83615D8F}" destId="{CDA82EED-E60B-498E-9461-9568827B17B0}" srcOrd="0" destOrd="0" presId="urn:microsoft.com/office/officeart/2005/8/layout/hProcess9"/>
    <dgm:cxn modelId="{46A93816-2814-4368-B41C-C680CF1FBDB6}" srcId="{6AECC8DD-0757-47D4-B24C-18369224C004}" destId="{7B03BE39-5F44-4ADC-A596-D6F5EA0705E5}" srcOrd="4" destOrd="0" parTransId="{0DBB8637-41B2-4156-90DA-C1D56ED06F58}" sibTransId="{6CCF00BF-015A-43C5-88F6-EAF430051CC1}"/>
    <dgm:cxn modelId="{CD82A8C1-186F-4A5E-B433-29C0BA5C0490}" srcId="{6AECC8DD-0757-47D4-B24C-18369224C004}" destId="{9B5A192A-AFA4-4859-B71D-5D9BA4DEF2AF}" srcOrd="1" destOrd="0" parTransId="{9FAEFF2D-B7AA-4263-8EA8-221DCB3380D9}" sibTransId="{31379C94-EC5C-41AE-8302-A878EEB43A0E}"/>
    <dgm:cxn modelId="{7AD2D2C4-9441-4814-8D7E-07CF92920A48}" type="presOf" srcId="{6AECC8DD-0757-47D4-B24C-18369224C004}" destId="{0C1BEB52-EBE5-42C0-AC89-7ECA6E4FD384}" srcOrd="0" destOrd="0" presId="urn:microsoft.com/office/officeart/2005/8/layout/hProcess9"/>
    <dgm:cxn modelId="{21EC92C7-2777-4B73-81DB-B3C71E1828CD}" srcId="{6AECC8DD-0757-47D4-B24C-18369224C004}" destId="{FED01CE8-7DC7-4B28-95CD-F50F83615D8F}" srcOrd="0" destOrd="0" parTransId="{8D2151BE-A906-4760-BE89-922A39A9CC83}" sibTransId="{3B890313-E05C-45A8-9C0E-C8E3579FCA42}"/>
    <dgm:cxn modelId="{E767FFAA-1918-4562-9A6C-F642ADDA7562}" type="presOf" srcId="{7B03BE39-5F44-4ADC-A596-D6F5EA0705E5}" destId="{8806BCF1-3171-44F3-9017-6CFA84E3804A}" srcOrd="0" destOrd="0" presId="urn:microsoft.com/office/officeart/2005/8/layout/hProcess9"/>
    <dgm:cxn modelId="{E24294F1-1AAB-4DD2-8755-27A6F1CFD82A}" type="presOf" srcId="{9B5A192A-AFA4-4859-B71D-5D9BA4DEF2AF}" destId="{C4A75AA2-E64F-4791-A958-90D93EA50D17}" srcOrd="0" destOrd="0" presId="urn:microsoft.com/office/officeart/2005/8/layout/hProcess9"/>
    <dgm:cxn modelId="{DA0083C3-D73D-4FBB-BA4B-49A2516556BB}" type="presOf" srcId="{F149EF83-7B66-4AE5-9780-52CBE07C393C}" destId="{C9F54610-DCB5-44BB-8F38-04400EDDA670}" srcOrd="0" destOrd="0" presId="urn:microsoft.com/office/officeart/2005/8/layout/hProcess9"/>
    <dgm:cxn modelId="{1110B9B7-5CD3-44CA-8751-F7A82BE8913B}" srcId="{6AECC8DD-0757-47D4-B24C-18369224C004}" destId="{F149EF83-7B66-4AE5-9780-52CBE07C393C}" srcOrd="2" destOrd="0" parTransId="{4D2144A4-6C80-4412-AC01-E056BF3E6CB3}" sibTransId="{2D8CB707-2965-4993-B05E-2795440DB75B}"/>
    <dgm:cxn modelId="{9A3D3EFF-27CA-41B7-BDF2-DFC3E866C3E8}" type="presParOf" srcId="{0C1BEB52-EBE5-42C0-AC89-7ECA6E4FD384}" destId="{5DCAC6E1-4C54-4DD4-B483-8CB0B2B77AC7}" srcOrd="0" destOrd="0" presId="urn:microsoft.com/office/officeart/2005/8/layout/hProcess9"/>
    <dgm:cxn modelId="{605FBEE5-D7F0-4775-9972-612C0E922FAE}" type="presParOf" srcId="{0C1BEB52-EBE5-42C0-AC89-7ECA6E4FD384}" destId="{669C2AF6-423C-42F3-8846-8C84E6B8A34D}" srcOrd="1" destOrd="0" presId="urn:microsoft.com/office/officeart/2005/8/layout/hProcess9"/>
    <dgm:cxn modelId="{66BE7BED-2F98-4E15-89EC-6B3AC23E99E4}" type="presParOf" srcId="{669C2AF6-423C-42F3-8846-8C84E6B8A34D}" destId="{CDA82EED-E60B-498E-9461-9568827B17B0}" srcOrd="0" destOrd="0" presId="urn:microsoft.com/office/officeart/2005/8/layout/hProcess9"/>
    <dgm:cxn modelId="{0DC50852-ADFB-4448-8321-CBA40F43CB77}" type="presParOf" srcId="{669C2AF6-423C-42F3-8846-8C84E6B8A34D}" destId="{E8386980-F00D-4155-AB9A-765B59E13C20}" srcOrd="1" destOrd="0" presId="urn:microsoft.com/office/officeart/2005/8/layout/hProcess9"/>
    <dgm:cxn modelId="{01E30D1B-349F-47B0-8BCE-274CA45B26E8}" type="presParOf" srcId="{669C2AF6-423C-42F3-8846-8C84E6B8A34D}" destId="{C4A75AA2-E64F-4791-A958-90D93EA50D17}" srcOrd="2" destOrd="0" presId="urn:microsoft.com/office/officeart/2005/8/layout/hProcess9"/>
    <dgm:cxn modelId="{DED7AEC4-FFA0-4608-83AB-99EB88E7D63B}" type="presParOf" srcId="{669C2AF6-423C-42F3-8846-8C84E6B8A34D}" destId="{9C491D72-BEB2-4247-96D8-990A80B42D63}" srcOrd="3" destOrd="0" presId="urn:microsoft.com/office/officeart/2005/8/layout/hProcess9"/>
    <dgm:cxn modelId="{6BFE673F-DB4F-4140-B0A7-C4E8AC811184}" type="presParOf" srcId="{669C2AF6-423C-42F3-8846-8C84E6B8A34D}" destId="{C9F54610-DCB5-44BB-8F38-04400EDDA670}" srcOrd="4" destOrd="0" presId="urn:microsoft.com/office/officeart/2005/8/layout/hProcess9"/>
    <dgm:cxn modelId="{975BCEAE-F9E5-4CDF-B0EE-F9A4419186CC}" type="presParOf" srcId="{669C2AF6-423C-42F3-8846-8C84E6B8A34D}" destId="{F3F1525B-43E2-4A92-BC66-3CF16F96B5A6}" srcOrd="5" destOrd="0" presId="urn:microsoft.com/office/officeart/2005/8/layout/hProcess9"/>
    <dgm:cxn modelId="{189356F3-C4D1-41F8-87E8-3DAC17BFB9EC}" type="presParOf" srcId="{669C2AF6-423C-42F3-8846-8C84E6B8A34D}" destId="{FB242733-FC3E-4D54-B1E2-DED6D2E7F7D4}" srcOrd="6" destOrd="0" presId="urn:microsoft.com/office/officeart/2005/8/layout/hProcess9"/>
    <dgm:cxn modelId="{977E95DA-382F-4340-85CB-68A7D5B5E4C4}" type="presParOf" srcId="{669C2AF6-423C-42F3-8846-8C84E6B8A34D}" destId="{EC950D24-3FED-4B48-BFB4-30E73DC98324}" srcOrd="7" destOrd="0" presId="urn:microsoft.com/office/officeart/2005/8/layout/hProcess9"/>
    <dgm:cxn modelId="{55FF9BAD-35F9-4C7D-A306-CB328F1DC1A9}" type="presParOf" srcId="{669C2AF6-423C-42F3-8846-8C84E6B8A34D}" destId="{8806BCF1-3171-44F3-9017-6CFA84E3804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9EE1B0-4481-496E-BB39-45B0F13235B5}" type="doc">
      <dgm:prSet loTypeId="urn:microsoft.com/office/officeart/2005/8/layout/pyramid4" loCatId="relationship" qsTypeId="urn:microsoft.com/office/officeart/2005/8/quickstyle/simple3" qsCatId="simple" csTypeId="urn:microsoft.com/office/officeart/2005/8/colors/colorful1" csCatId="colorful" phldr="1"/>
      <dgm:spPr/>
    </dgm:pt>
    <dgm:pt modelId="{88826069-8FA7-4080-AE41-D93FC6F20C5D}">
      <dgm:prSet phldrT="[Text]" custT="1"/>
      <dgm:spPr/>
      <dgm:t>
        <a:bodyPr anchor="b"/>
        <a:lstStyle/>
        <a:p>
          <a:r>
            <a:rPr lang="en-IN" sz="1600" dirty="0" smtClean="0"/>
            <a:t>Passive contributors</a:t>
          </a:r>
        </a:p>
        <a:p>
          <a:r>
            <a:rPr lang="en-IN" sz="1600" dirty="0" smtClean="0"/>
            <a:t>(TAs, BAs in BU)</a:t>
          </a:r>
          <a:endParaRPr lang="en-IN" sz="1600" dirty="0"/>
        </a:p>
      </dgm:t>
    </dgm:pt>
    <dgm:pt modelId="{336546E8-5937-4C81-81DC-317E957E24EB}" type="parTrans" cxnId="{554417CF-98CB-4298-AC3B-55E8F019E65F}">
      <dgm:prSet/>
      <dgm:spPr/>
      <dgm:t>
        <a:bodyPr/>
        <a:lstStyle/>
        <a:p>
          <a:endParaRPr lang="en-IN"/>
        </a:p>
      </dgm:t>
    </dgm:pt>
    <dgm:pt modelId="{3BA6FFA5-4C37-493D-9CA9-8C7FC0B3D315}" type="sibTrans" cxnId="{554417CF-98CB-4298-AC3B-55E8F019E65F}">
      <dgm:prSet/>
      <dgm:spPr/>
      <dgm:t>
        <a:bodyPr/>
        <a:lstStyle/>
        <a:p>
          <a:endParaRPr lang="en-IN"/>
        </a:p>
      </dgm:t>
    </dgm:pt>
    <dgm:pt modelId="{4B294AB2-16DF-4CBF-AD36-51950C00CD5A}">
      <dgm:prSet phldrT="[Text]" custT="1"/>
      <dgm:spPr/>
      <dgm:t>
        <a:bodyPr anchor="b"/>
        <a:lstStyle/>
        <a:p>
          <a:r>
            <a:rPr lang="en-IN" sz="1600" dirty="0" smtClean="0"/>
            <a:t>Active contributors</a:t>
          </a:r>
        </a:p>
        <a:p>
          <a:r>
            <a:rPr lang="en-IN" sz="1600" dirty="0" smtClean="0"/>
            <a:t>(BU pool)</a:t>
          </a:r>
          <a:endParaRPr lang="en-IN" sz="1600" dirty="0"/>
        </a:p>
      </dgm:t>
    </dgm:pt>
    <dgm:pt modelId="{4CD860B3-09CA-45C6-A709-18DC3FC30730}" type="parTrans" cxnId="{B256C056-69BE-4D7D-A71B-066A9E8D5D86}">
      <dgm:prSet/>
      <dgm:spPr/>
      <dgm:t>
        <a:bodyPr/>
        <a:lstStyle/>
        <a:p>
          <a:endParaRPr lang="en-IN"/>
        </a:p>
      </dgm:t>
    </dgm:pt>
    <dgm:pt modelId="{F1C4C9BB-BF58-4B05-B635-5203ACAD890F}" type="sibTrans" cxnId="{B256C056-69BE-4D7D-A71B-066A9E8D5D86}">
      <dgm:prSet/>
      <dgm:spPr/>
      <dgm:t>
        <a:bodyPr/>
        <a:lstStyle/>
        <a:p>
          <a:endParaRPr lang="en-IN"/>
        </a:p>
      </dgm:t>
    </dgm:pt>
    <dgm:pt modelId="{1F2F709F-3A70-4068-A50A-1A685ADE11FA}">
      <dgm:prSet phldrT="[Text]" custT="1"/>
      <dgm:spPr/>
      <dgm:t>
        <a:bodyPr anchor="b"/>
        <a:lstStyle/>
        <a:p>
          <a:r>
            <a:rPr lang="en-IN" sz="2000" dirty="0" smtClean="0"/>
            <a:t>Core COE members</a:t>
          </a:r>
          <a:endParaRPr lang="en-IN" sz="2000" dirty="0"/>
        </a:p>
      </dgm:t>
    </dgm:pt>
    <dgm:pt modelId="{C2CA949A-B97C-4BD2-9D0F-587A238F13BE}" type="parTrans" cxnId="{489F0D18-EF52-4F15-9357-50AAEBA75628}">
      <dgm:prSet/>
      <dgm:spPr/>
      <dgm:t>
        <a:bodyPr/>
        <a:lstStyle/>
        <a:p>
          <a:endParaRPr lang="en-IN"/>
        </a:p>
      </dgm:t>
    </dgm:pt>
    <dgm:pt modelId="{2FECF039-815D-4985-820A-285AA613FE24}" type="sibTrans" cxnId="{489F0D18-EF52-4F15-9357-50AAEBA75628}">
      <dgm:prSet/>
      <dgm:spPr/>
      <dgm:t>
        <a:bodyPr/>
        <a:lstStyle/>
        <a:p>
          <a:endParaRPr lang="en-IN"/>
        </a:p>
      </dgm:t>
    </dgm:pt>
    <dgm:pt modelId="{C4EDF397-15FA-4A41-8E7D-EF48CF1D6CEE}">
      <dgm:prSet custT="1"/>
      <dgm:spPr/>
      <dgm:t>
        <a:bodyPr anchor="b"/>
        <a:lstStyle/>
        <a:p>
          <a:r>
            <a:rPr lang="en-IN" sz="1600" dirty="0" smtClean="0"/>
            <a:t>Self initiated  contributors</a:t>
          </a:r>
        </a:p>
        <a:p>
          <a:r>
            <a:rPr lang="en-IN" sz="1600" dirty="0" smtClean="0"/>
            <a:t>(Account pool)</a:t>
          </a:r>
          <a:endParaRPr lang="en-IN" sz="1600" dirty="0"/>
        </a:p>
      </dgm:t>
    </dgm:pt>
    <dgm:pt modelId="{4D8E9EC3-DD6C-47C1-8C9E-6792A462A98C}" type="parTrans" cxnId="{2BABBDF1-668B-4CBE-BC35-213AAA021E04}">
      <dgm:prSet/>
      <dgm:spPr/>
      <dgm:t>
        <a:bodyPr/>
        <a:lstStyle/>
        <a:p>
          <a:endParaRPr lang="en-IN"/>
        </a:p>
      </dgm:t>
    </dgm:pt>
    <dgm:pt modelId="{66A50136-C84A-4734-9AF8-E11DC64ECCA8}" type="sibTrans" cxnId="{2BABBDF1-668B-4CBE-BC35-213AAA021E04}">
      <dgm:prSet/>
      <dgm:spPr/>
      <dgm:t>
        <a:bodyPr/>
        <a:lstStyle/>
        <a:p>
          <a:endParaRPr lang="en-IN"/>
        </a:p>
      </dgm:t>
    </dgm:pt>
    <dgm:pt modelId="{6ECE0D22-E171-42FF-A378-304880CC5C8B}" type="pres">
      <dgm:prSet presAssocID="{FB9EE1B0-4481-496E-BB39-45B0F13235B5}" presName="compositeShape" presStyleCnt="0">
        <dgm:presLayoutVars>
          <dgm:chMax val="9"/>
          <dgm:dir/>
          <dgm:resizeHandles val="exact"/>
        </dgm:presLayoutVars>
      </dgm:prSet>
      <dgm:spPr/>
    </dgm:pt>
    <dgm:pt modelId="{89A4A570-57F0-42B4-B6CC-B1700D1D9471}" type="pres">
      <dgm:prSet presAssocID="{FB9EE1B0-4481-496E-BB39-45B0F13235B5}" presName="triangle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2DC0CCF-FB30-4C93-978D-CFAFE35B221B}" type="pres">
      <dgm:prSet presAssocID="{FB9EE1B0-4481-496E-BB39-45B0F13235B5}" presName="triangle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9297B1-872F-439F-98BE-4D86FAA9BEB0}" type="pres">
      <dgm:prSet presAssocID="{FB9EE1B0-4481-496E-BB39-45B0F13235B5}" presName="triangle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9184105-0D5E-481D-A3AD-FAE4D8F78F25}" type="pres">
      <dgm:prSet presAssocID="{FB9EE1B0-4481-496E-BB39-45B0F13235B5}" presName="triangle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E0AD45A-7462-4A97-B8AB-E852D9B1BAB6}" type="presOf" srcId="{C4EDF397-15FA-4A41-8E7D-EF48CF1D6CEE}" destId="{B9184105-0D5E-481D-A3AD-FAE4D8F78F25}" srcOrd="0" destOrd="0" presId="urn:microsoft.com/office/officeart/2005/8/layout/pyramid4"/>
    <dgm:cxn modelId="{489F0D18-EF52-4F15-9357-50AAEBA75628}" srcId="{FB9EE1B0-4481-496E-BB39-45B0F13235B5}" destId="{1F2F709F-3A70-4068-A50A-1A685ADE11FA}" srcOrd="2" destOrd="0" parTransId="{C2CA949A-B97C-4BD2-9D0F-587A238F13BE}" sibTransId="{2FECF039-815D-4985-820A-285AA613FE24}"/>
    <dgm:cxn modelId="{E1A3A55A-5E7E-429E-B580-070E4519FA2E}" type="presOf" srcId="{FB9EE1B0-4481-496E-BB39-45B0F13235B5}" destId="{6ECE0D22-E171-42FF-A378-304880CC5C8B}" srcOrd="0" destOrd="0" presId="urn:microsoft.com/office/officeart/2005/8/layout/pyramid4"/>
    <dgm:cxn modelId="{554417CF-98CB-4298-AC3B-55E8F019E65F}" srcId="{FB9EE1B0-4481-496E-BB39-45B0F13235B5}" destId="{88826069-8FA7-4080-AE41-D93FC6F20C5D}" srcOrd="0" destOrd="0" parTransId="{336546E8-5937-4C81-81DC-317E957E24EB}" sibTransId="{3BA6FFA5-4C37-493D-9CA9-8C7FC0B3D315}"/>
    <dgm:cxn modelId="{BDB06208-FFBD-4D44-ADBB-B54BC22C09D8}" type="presOf" srcId="{88826069-8FA7-4080-AE41-D93FC6F20C5D}" destId="{89A4A570-57F0-42B4-B6CC-B1700D1D9471}" srcOrd="0" destOrd="0" presId="urn:microsoft.com/office/officeart/2005/8/layout/pyramid4"/>
    <dgm:cxn modelId="{0068C724-FA6C-4DF1-810A-21100D103146}" type="presOf" srcId="{1F2F709F-3A70-4068-A50A-1A685ADE11FA}" destId="{3D9297B1-872F-439F-98BE-4D86FAA9BEB0}" srcOrd="0" destOrd="0" presId="urn:microsoft.com/office/officeart/2005/8/layout/pyramid4"/>
    <dgm:cxn modelId="{3110FB7E-CC34-4D23-94FE-80C0C10164DA}" type="presOf" srcId="{4B294AB2-16DF-4CBF-AD36-51950C00CD5A}" destId="{32DC0CCF-FB30-4C93-978D-CFAFE35B221B}" srcOrd="0" destOrd="0" presId="urn:microsoft.com/office/officeart/2005/8/layout/pyramid4"/>
    <dgm:cxn modelId="{B256C056-69BE-4D7D-A71B-066A9E8D5D86}" srcId="{FB9EE1B0-4481-496E-BB39-45B0F13235B5}" destId="{4B294AB2-16DF-4CBF-AD36-51950C00CD5A}" srcOrd="1" destOrd="0" parTransId="{4CD860B3-09CA-45C6-A709-18DC3FC30730}" sibTransId="{F1C4C9BB-BF58-4B05-B635-5203ACAD890F}"/>
    <dgm:cxn modelId="{2BABBDF1-668B-4CBE-BC35-213AAA021E04}" srcId="{FB9EE1B0-4481-496E-BB39-45B0F13235B5}" destId="{C4EDF397-15FA-4A41-8E7D-EF48CF1D6CEE}" srcOrd="3" destOrd="0" parTransId="{4D8E9EC3-DD6C-47C1-8C9E-6792A462A98C}" sibTransId="{66A50136-C84A-4734-9AF8-E11DC64ECCA8}"/>
    <dgm:cxn modelId="{BD76574A-D2E5-4C1D-90CC-EF8DB7CCABD1}" type="presParOf" srcId="{6ECE0D22-E171-42FF-A378-304880CC5C8B}" destId="{89A4A570-57F0-42B4-B6CC-B1700D1D9471}" srcOrd="0" destOrd="0" presId="urn:microsoft.com/office/officeart/2005/8/layout/pyramid4"/>
    <dgm:cxn modelId="{0CB637A9-9DE2-4D59-BD0E-AA4A7793A3D1}" type="presParOf" srcId="{6ECE0D22-E171-42FF-A378-304880CC5C8B}" destId="{32DC0CCF-FB30-4C93-978D-CFAFE35B221B}" srcOrd="1" destOrd="0" presId="urn:microsoft.com/office/officeart/2005/8/layout/pyramid4"/>
    <dgm:cxn modelId="{B16BFC4F-F0CA-4F2E-827B-52916DDB3766}" type="presParOf" srcId="{6ECE0D22-E171-42FF-A378-304880CC5C8B}" destId="{3D9297B1-872F-439F-98BE-4D86FAA9BEB0}" srcOrd="2" destOrd="0" presId="urn:microsoft.com/office/officeart/2005/8/layout/pyramid4"/>
    <dgm:cxn modelId="{A04A063C-FB53-435D-A329-B11DE365B990}" type="presParOf" srcId="{6ECE0D22-E171-42FF-A378-304880CC5C8B}" destId="{B9184105-0D5E-481D-A3AD-FAE4D8F78F25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9EE1B0-4481-496E-BB39-45B0F13235B5}" type="doc">
      <dgm:prSet loTypeId="urn:microsoft.com/office/officeart/2005/8/layout/pyramid4" loCatId="relationship" qsTypeId="urn:microsoft.com/office/officeart/2005/8/quickstyle/simple3" qsCatId="simple" csTypeId="urn:microsoft.com/office/officeart/2005/8/colors/colorful1" csCatId="colorful" phldr="1"/>
      <dgm:spPr/>
    </dgm:pt>
    <dgm:pt modelId="{88826069-8FA7-4080-AE41-D93FC6F20C5D}">
      <dgm:prSet phldrT="[Text]" custT="1"/>
      <dgm:spPr/>
      <dgm:t>
        <a:bodyPr anchor="b"/>
        <a:lstStyle/>
        <a:p>
          <a:r>
            <a:rPr lang="en-IN" sz="1600" dirty="0" smtClean="0"/>
            <a:t>Passive contributors</a:t>
          </a:r>
        </a:p>
        <a:p>
          <a:r>
            <a:rPr lang="en-IN" sz="1600" dirty="0" smtClean="0"/>
            <a:t>(TAs, BAs in BU)</a:t>
          </a:r>
          <a:endParaRPr lang="en-IN" sz="1600" dirty="0"/>
        </a:p>
      </dgm:t>
    </dgm:pt>
    <dgm:pt modelId="{336546E8-5937-4C81-81DC-317E957E24EB}" type="parTrans" cxnId="{554417CF-98CB-4298-AC3B-55E8F019E65F}">
      <dgm:prSet/>
      <dgm:spPr/>
      <dgm:t>
        <a:bodyPr/>
        <a:lstStyle/>
        <a:p>
          <a:endParaRPr lang="en-IN"/>
        </a:p>
      </dgm:t>
    </dgm:pt>
    <dgm:pt modelId="{3BA6FFA5-4C37-493D-9CA9-8C7FC0B3D315}" type="sibTrans" cxnId="{554417CF-98CB-4298-AC3B-55E8F019E65F}">
      <dgm:prSet/>
      <dgm:spPr/>
      <dgm:t>
        <a:bodyPr/>
        <a:lstStyle/>
        <a:p>
          <a:endParaRPr lang="en-IN"/>
        </a:p>
      </dgm:t>
    </dgm:pt>
    <dgm:pt modelId="{4B294AB2-16DF-4CBF-AD36-51950C00CD5A}">
      <dgm:prSet phldrT="[Text]" custT="1"/>
      <dgm:spPr/>
      <dgm:t>
        <a:bodyPr anchor="b"/>
        <a:lstStyle/>
        <a:p>
          <a:r>
            <a:rPr lang="en-IN" sz="1600" dirty="0" smtClean="0"/>
            <a:t>Active contributors</a:t>
          </a:r>
        </a:p>
        <a:p>
          <a:r>
            <a:rPr lang="en-IN" sz="1600" dirty="0" smtClean="0"/>
            <a:t>(BU pool)</a:t>
          </a:r>
          <a:endParaRPr lang="en-IN" sz="1600" dirty="0"/>
        </a:p>
      </dgm:t>
    </dgm:pt>
    <dgm:pt modelId="{4CD860B3-09CA-45C6-A709-18DC3FC30730}" type="parTrans" cxnId="{B256C056-69BE-4D7D-A71B-066A9E8D5D86}">
      <dgm:prSet/>
      <dgm:spPr/>
      <dgm:t>
        <a:bodyPr/>
        <a:lstStyle/>
        <a:p>
          <a:endParaRPr lang="en-IN"/>
        </a:p>
      </dgm:t>
    </dgm:pt>
    <dgm:pt modelId="{F1C4C9BB-BF58-4B05-B635-5203ACAD890F}" type="sibTrans" cxnId="{B256C056-69BE-4D7D-A71B-066A9E8D5D86}">
      <dgm:prSet/>
      <dgm:spPr/>
      <dgm:t>
        <a:bodyPr/>
        <a:lstStyle/>
        <a:p>
          <a:endParaRPr lang="en-IN"/>
        </a:p>
      </dgm:t>
    </dgm:pt>
    <dgm:pt modelId="{1F2F709F-3A70-4068-A50A-1A685ADE11FA}">
      <dgm:prSet phldrT="[Text]" custT="1"/>
      <dgm:spPr/>
      <dgm:t>
        <a:bodyPr vert="vert" anchor="b"/>
        <a:lstStyle/>
        <a:p>
          <a:pPr algn="ctr"/>
          <a:endParaRPr lang="en-IN" sz="2000" dirty="0"/>
        </a:p>
      </dgm:t>
    </dgm:pt>
    <dgm:pt modelId="{C2CA949A-B97C-4BD2-9D0F-587A238F13BE}" type="parTrans" cxnId="{489F0D18-EF52-4F15-9357-50AAEBA75628}">
      <dgm:prSet/>
      <dgm:spPr/>
      <dgm:t>
        <a:bodyPr/>
        <a:lstStyle/>
        <a:p>
          <a:endParaRPr lang="en-IN"/>
        </a:p>
      </dgm:t>
    </dgm:pt>
    <dgm:pt modelId="{2FECF039-815D-4985-820A-285AA613FE24}" type="sibTrans" cxnId="{489F0D18-EF52-4F15-9357-50AAEBA75628}">
      <dgm:prSet/>
      <dgm:spPr/>
      <dgm:t>
        <a:bodyPr/>
        <a:lstStyle/>
        <a:p>
          <a:endParaRPr lang="en-IN"/>
        </a:p>
      </dgm:t>
    </dgm:pt>
    <dgm:pt modelId="{C4EDF397-15FA-4A41-8E7D-EF48CF1D6CEE}">
      <dgm:prSet custT="1"/>
      <dgm:spPr/>
      <dgm:t>
        <a:bodyPr anchor="b"/>
        <a:lstStyle/>
        <a:p>
          <a:r>
            <a:rPr lang="en-IN" sz="1600" dirty="0" smtClean="0"/>
            <a:t>Self initiated  contributors</a:t>
          </a:r>
        </a:p>
        <a:p>
          <a:r>
            <a:rPr lang="en-IN" sz="1600" dirty="0" smtClean="0"/>
            <a:t>(Account pool)</a:t>
          </a:r>
          <a:endParaRPr lang="en-IN" sz="1600" dirty="0"/>
        </a:p>
      </dgm:t>
    </dgm:pt>
    <dgm:pt modelId="{4D8E9EC3-DD6C-47C1-8C9E-6792A462A98C}" type="parTrans" cxnId="{2BABBDF1-668B-4CBE-BC35-213AAA021E04}">
      <dgm:prSet/>
      <dgm:spPr/>
      <dgm:t>
        <a:bodyPr/>
        <a:lstStyle/>
        <a:p>
          <a:endParaRPr lang="en-IN"/>
        </a:p>
      </dgm:t>
    </dgm:pt>
    <dgm:pt modelId="{66A50136-C84A-4734-9AF8-E11DC64ECCA8}" type="sibTrans" cxnId="{2BABBDF1-668B-4CBE-BC35-213AAA021E04}">
      <dgm:prSet/>
      <dgm:spPr/>
      <dgm:t>
        <a:bodyPr/>
        <a:lstStyle/>
        <a:p>
          <a:endParaRPr lang="en-IN"/>
        </a:p>
      </dgm:t>
    </dgm:pt>
    <dgm:pt modelId="{6ECE0D22-E171-42FF-A378-304880CC5C8B}" type="pres">
      <dgm:prSet presAssocID="{FB9EE1B0-4481-496E-BB39-45B0F13235B5}" presName="compositeShape" presStyleCnt="0">
        <dgm:presLayoutVars>
          <dgm:chMax val="9"/>
          <dgm:dir/>
          <dgm:resizeHandles val="exact"/>
        </dgm:presLayoutVars>
      </dgm:prSet>
      <dgm:spPr/>
    </dgm:pt>
    <dgm:pt modelId="{89A4A570-57F0-42B4-B6CC-B1700D1D9471}" type="pres">
      <dgm:prSet presAssocID="{FB9EE1B0-4481-496E-BB39-45B0F13235B5}" presName="triangle1" presStyleLbl="node1" presStyleIdx="0" presStyleCnt="4" custLinFactX="-58409" custLinFactNeighborX="-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2DC0CCF-FB30-4C93-978D-CFAFE35B221B}" type="pres">
      <dgm:prSet presAssocID="{FB9EE1B0-4481-496E-BB39-45B0F13235B5}" presName="triangle2" presStyleLbl="node1" presStyleIdx="1" presStyleCnt="4" custLinFactNeighborX="6841" custLinFactNeighborY="-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9297B1-872F-439F-98BE-4D86FAA9BEB0}" type="pres">
      <dgm:prSet presAssocID="{FB9EE1B0-4481-496E-BB39-45B0F13235B5}" presName="triangle3" presStyleLbl="node1" presStyleIdx="2" presStyleCnt="4" custAng="10800000" custLinFactNeighborX="69841" custLinFactNeighborY="-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9184105-0D5E-481D-A3AD-FAE4D8F78F25}" type="pres">
      <dgm:prSet presAssocID="{FB9EE1B0-4481-496E-BB39-45B0F13235B5}" presName="triangle4" presStyleLbl="node1" presStyleIdx="3" presStyleCnt="4" custLinFactX="34841" custLinFactNeighborX="100000" custLinFactNeighborY="-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00B163A-5E40-4A46-B420-FF64EC7B9617}" type="presOf" srcId="{FB9EE1B0-4481-496E-BB39-45B0F13235B5}" destId="{6ECE0D22-E171-42FF-A378-304880CC5C8B}" srcOrd="0" destOrd="0" presId="urn:microsoft.com/office/officeart/2005/8/layout/pyramid4"/>
    <dgm:cxn modelId="{489F0D18-EF52-4F15-9357-50AAEBA75628}" srcId="{FB9EE1B0-4481-496E-BB39-45B0F13235B5}" destId="{1F2F709F-3A70-4068-A50A-1A685ADE11FA}" srcOrd="2" destOrd="0" parTransId="{C2CA949A-B97C-4BD2-9D0F-587A238F13BE}" sibTransId="{2FECF039-815D-4985-820A-285AA613FE24}"/>
    <dgm:cxn modelId="{554417CF-98CB-4298-AC3B-55E8F019E65F}" srcId="{FB9EE1B0-4481-496E-BB39-45B0F13235B5}" destId="{88826069-8FA7-4080-AE41-D93FC6F20C5D}" srcOrd="0" destOrd="0" parTransId="{336546E8-5937-4C81-81DC-317E957E24EB}" sibTransId="{3BA6FFA5-4C37-493D-9CA9-8C7FC0B3D315}"/>
    <dgm:cxn modelId="{457E5763-C3F4-4696-845F-53A150536023}" type="presOf" srcId="{4B294AB2-16DF-4CBF-AD36-51950C00CD5A}" destId="{32DC0CCF-FB30-4C93-978D-CFAFE35B221B}" srcOrd="0" destOrd="0" presId="urn:microsoft.com/office/officeart/2005/8/layout/pyramid4"/>
    <dgm:cxn modelId="{BC2CA689-1598-42D0-9242-E8C4A0D3E27B}" type="presOf" srcId="{1F2F709F-3A70-4068-A50A-1A685ADE11FA}" destId="{3D9297B1-872F-439F-98BE-4D86FAA9BEB0}" srcOrd="0" destOrd="0" presId="urn:microsoft.com/office/officeart/2005/8/layout/pyramid4"/>
    <dgm:cxn modelId="{B2BA97FB-6730-4E36-B178-234664D71C10}" type="presOf" srcId="{88826069-8FA7-4080-AE41-D93FC6F20C5D}" destId="{89A4A570-57F0-42B4-B6CC-B1700D1D9471}" srcOrd="0" destOrd="0" presId="urn:microsoft.com/office/officeart/2005/8/layout/pyramid4"/>
    <dgm:cxn modelId="{B256C056-69BE-4D7D-A71B-066A9E8D5D86}" srcId="{FB9EE1B0-4481-496E-BB39-45B0F13235B5}" destId="{4B294AB2-16DF-4CBF-AD36-51950C00CD5A}" srcOrd="1" destOrd="0" parTransId="{4CD860B3-09CA-45C6-A709-18DC3FC30730}" sibTransId="{F1C4C9BB-BF58-4B05-B635-5203ACAD890F}"/>
    <dgm:cxn modelId="{2BABBDF1-668B-4CBE-BC35-213AAA021E04}" srcId="{FB9EE1B0-4481-496E-BB39-45B0F13235B5}" destId="{C4EDF397-15FA-4A41-8E7D-EF48CF1D6CEE}" srcOrd="3" destOrd="0" parTransId="{4D8E9EC3-DD6C-47C1-8C9E-6792A462A98C}" sibTransId="{66A50136-C84A-4734-9AF8-E11DC64ECCA8}"/>
    <dgm:cxn modelId="{F76F66BD-C8F2-45B6-AFD0-F9F1AEF58FFC}" type="presOf" srcId="{C4EDF397-15FA-4A41-8E7D-EF48CF1D6CEE}" destId="{B9184105-0D5E-481D-A3AD-FAE4D8F78F25}" srcOrd="0" destOrd="0" presId="urn:microsoft.com/office/officeart/2005/8/layout/pyramid4"/>
    <dgm:cxn modelId="{B4F9C9AA-7522-4D79-AA17-28A142A7C985}" type="presParOf" srcId="{6ECE0D22-E171-42FF-A378-304880CC5C8B}" destId="{89A4A570-57F0-42B4-B6CC-B1700D1D9471}" srcOrd="0" destOrd="0" presId="urn:microsoft.com/office/officeart/2005/8/layout/pyramid4"/>
    <dgm:cxn modelId="{5CEAD8B5-2E00-46A7-99A8-9DDC3537F39B}" type="presParOf" srcId="{6ECE0D22-E171-42FF-A378-304880CC5C8B}" destId="{32DC0CCF-FB30-4C93-978D-CFAFE35B221B}" srcOrd="1" destOrd="0" presId="urn:microsoft.com/office/officeart/2005/8/layout/pyramid4"/>
    <dgm:cxn modelId="{64576726-9DFC-4CFB-8B6A-D55FDFFF73CA}" type="presParOf" srcId="{6ECE0D22-E171-42FF-A378-304880CC5C8B}" destId="{3D9297B1-872F-439F-98BE-4D86FAA9BEB0}" srcOrd="2" destOrd="0" presId="urn:microsoft.com/office/officeart/2005/8/layout/pyramid4"/>
    <dgm:cxn modelId="{A9F5821A-14E2-48EA-B276-CABF878F2914}" type="presParOf" srcId="{6ECE0D22-E171-42FF-A378-304880CC5C8B}" destId="{B9184105-0D5E-481D-A3AD-FAE4D8F78F25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1630B-3894-4984-9207-DBAC8BA05233}">
      <dsp:nvSpPr>
        <dsp:cNvPr id="0" name=""/>
        <dsp:cNvSpPr/>
      </dsp:nvSpPr>
      <dsp:spPr>
        <a:xfrm>
          <a:off x="2295103" y="506332"/>
          <a:ext cx="3389021" cy="3389021"/>
        </a:xfrm>
        <a:prstGeom prst="blockArc">
          <a:avLst>
            <a:gd name="adj1" fmla="val 11880000"/>
            <a:gd name="adj2" fmla="val 16200000"/>
            <a:gd name="adj3" fmla="val 463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66347-01D6-42CA-8DF6-2EF52B260448}">
      <dsp:nvSpPr>
        <dsp:cNvPr id="0" name=""/>
        <dsp:cNvSpPr/>
      </dsp:nvSpPr>
      <dsp:spPr>
        <a:xfrm>
          <a:off x="2295103" y="506332"/>
          <a:ext cx="3389021" cy="3389021"/>
        </a:xfrm>
        <a:prstGeom prst="blockArc">
          <a:avLst>
            <a:gd name="adj1" fmla="val 7560000"/>
            <a:gd name="adj2" fmla="val 11880000"/>
            <a:gd name="adj3" fmla="val 463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0B6B4-2264-454A-BEDA-9AF655736241}">
      <dsp:nvSpPr>
        <dsp:cNvPr id="0" name=""/>
        <dsp:cNvSpPr/>
      </dsp:nvSpPr>
      <dsp:spPr>
        <a:xfrm>
          <a:off x="2295103" y="506332"/>
          <a:ext cx="3389021" cy="3389021"/>
        </a:xfrm>
        <a:prstGeom prst="blockArc">
          <a:avLst>
            <a:gd name="adj1" fmla="val 3240000"/>
            <a:gd name="adj2" fmla="val 7560000"/>
            <a:gd name="adj3" fmla="val 463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E6486-07F7-44A4-9936-982AD65FE168}">
      <dsp:nvSpPr>
        <dsp:cNvPr id="0" name=""/>
        <dsp:cNvSpPr/>
      </dsp:nvSpPr>
      <dsp:spPr>
        <a:xfrm>
          <a:off x="2295103" y="506332"/>
          <a:ext cx="3389021" cy="3389021"/>
        </a:xfrm>
        <a:prstGeom prst="blockArc">
          <a:avLst>
            <a:gd name="adj1" fmla="val 20520000"/>
            <a:gd name="adj2" fmla="val 3240000"/>
            <a:gd name="adj3" fmla="val 463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BE97B-3CD3-4A9C-8775-7C26C4320768}">
      <dsp:nvSpPr>
        <dsp:cNvPr id="0" name=""/>
        <dsp:cNvSpPr/>
      </dsp:nvSpPr>
      <dsp:spPr>
        <a:xfrm>
          <a:off x="2295103" y="506332"/>
          <a:ext cx="3389021" cy="3389021"/>
        </a:xfrm>
        <a:prstGeom prst="blockArc">
          <a:avLst>
            <a:gd name="adj1" fmla="val 16200000"/>
            <a:gd name="adj2" fmla="val 20520000"/>
            <a:gd name="adj3" fmla="val 4635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55CA7-ECF1-4B33-863A-133B4E0E37F5}">
      <dsp:nvSpPr>
        <dsp:cNvPr id="0" name=""/>
        <dsp:cNvSpPr/>
      </dsp:nvSpPr>
      <dsp:spPr>
        <a:xfrm>
          <a:off x="3210392" y="1421622"/>
          <a:ext cx="1558443" cy="15584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err="1" smtClean="0"/>
            <a:t>CoE</a:t>
          </a:r>
          <a:endParaRPr lang="en-US" sz="4400" kern="1200" dirty="0"/>
        </a:p>
      </dsp:txBody>
      <dsp:txXfrm>
        <a:off x="3438621" y="1649851"/>
        <a:ext cx="1101985" cy="1101985"/>
      </dsp:txXfrm>
    </dsp:sp>
    <dsp:sp modelId="{2547CEC6-2AF8-4002-B344-C98273C467CD}">
      <dsp:nvSpPr>
        <dsp:cNvPr id="0" name=""/>
        <dsp:cNvSpPr/>
      </dsp:nvSpPr>
      <dsp:spPr>
        <a:xfrm>
          <a:off x="3444159" y="150"/>
          <a:ext cx="1090910" cy="10909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Trainings</a:t>
          </a:r>
          <a:endParaRPr lang="en-US" sz="1100" kern="1200" dirty="0"/>
        </a:p>
      </dsp:txBody>
      <dsp:txXfrm>
        <a:off x="3603919" y="159910"/>
        <a:ext cx="771390" cy="771390"/>
      </dsp:txXfrm>
    </dsp:sp>
    <dsp:sp modelId="{CA30F138-21B0-4DA4-A202-3C3CFCCB91F8}">
      <dsp:nvSpPr>
        <dsp:cNvPr id="0" name=""/>
        <dsp:cNvSpPr/>
      </dsp:nvSpPr>
      <dsp:spPr>
        <a:xfrm>
          <a:off x="5018384" y="1143891"/>
          <a:ext cx="1090910" cy="10909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Product partnerships</a:t>
          </a:r>
          <a:endParaRPr lang="en-US" sz="1100" kern="1200" dirty="0"/>
        </a:p>
      </dsp:txBody>
      <dsp:txXfrm>
        <a:off x="5178144" y="1303651"/>
        <a:ext cx="771390" cy="771390"/>
      </dsp:txXfrm>
    </dsp:sp>
    <dsp:sp modelId="{ED3761E4-368E-4D09-B7FA-321AA4D1B1AF}">
      <dsp:nvSpPr>
        <dsp:cNvPr id="0" name=""/>
        <dsp:cNvSpPr/>
      </dsp:nvSpPr>
      <dsp:spPr>
        <a:xfrm>
          <a:off x="4417083" y="2994504"/>
          <a:ext cx="1090910" cy="10909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POCs</a:t>
          </a:r>
          <a:endParaRPr lang="en-US" sz="1100" kern="1200" dirty="0"/>
        </a:p>
      </dsp:txBody>
      <dsp:txXfrm>
        <a:off x="4576843" y="3154264"/>
        <a:ext cx="771390" cy="771390"/>
      </dsp:txXfrm>
    </dsp:sp>
    <dsp:sp modelId="{30F14C1A-086F-4498-ABE1-7C6980336CC8}">
      <dsp:nvSpPr>
        <dsp:cNvPr id="0" name=""/>
        <dsp:cNvSpPr/>
      </dsp:nvSpPr>
      <dsp:spPr>
        <a:xfrm>
          <a:off x="2471234" y="2994504"/>
          <a:ext cx="1090910" cy="10909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Case Studies</a:t>
          </a:r>
          <a:endParaRPr lang="en-US" sz="1100" kern="1200" dirty="0"/>
        </a:p>
      </dsp:txBody>
      <dsp:txXfrm>
        <a:off x="2630994" y="3154264"/>
        <a:ext cx="771390" cy="771390"/>
      </dsp:txXfrm>
    </dsp:sp>
    <dsp:sp modelId="{7DC3653C-BF98-410E-BCE6-63E1897EE292}">
      <dsp:nvSpPr>
        <dsp:cNvPr id="0" name=""/>
        <dsp:cNvSpPr/>
      </dsp:nvSpPr>
      <dsp:spPr>
        <a:xfrm>
          <a:off x="1869934" y="1143891"/>
          <a:ext cx="1090910" cy="109091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Consulting</a:t>
          </a:r>
          <a:endParaRPr lang="en-US" sz="1100" kern="1200" dirty="0"/>
        </a:p>
      </dsp:txBody>
      <dsp:txXfrm>
        <a:off x="2029694" y="1303651"/>
        <a:ext cx="771390" cy="771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FC259-0006-4538-B683-7297D0E0BB43}">
      <dsp:nvSpPr>
        <dsp:cNvPr id="0" name=""/>
        <dsp:cNvSpPr/>
      </dsp:nvSpPr>
      <dsp:spPr>
        <a:xfrm rot="5400000">
          <a:off x="278" y="348159"/>
          <a:ext cx="3625953" cy="3626510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AEF55-9051-4926-B8D0-7517A531C654}">
      <dsp:nvSpPr>
        <dsp:cNvPr id="0" name=""/>
        <dsp:cNvSpPr/>
      </dsp:nvSpPr>
      <dsp:spPr>
        <a:xfrm rot="16200000">
          <a:off x="3732127" y="348159"/>
          <a:ext cx="3625953" cy="3626510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08918-C65C-4F85-8189-64C561B441D9}">
      <dsp:nvSpPr>
        <dsp:cNvPr id="0" name=""/>
        <dsp:cNvSpPr/>
      </dsp:nvSpPr>
      <dsp:spPr>
        <a:xfrm>
          <a:off x="4160885" y="3498138"/>
          <a:ext cx="2753075" cy="72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Build</a:t>
          </a:r>
          <a:endParaRPr lang="en-US" sz="3300" kern="1200" dirty="0"/>
        </a:p>
      </dsp:txBody>
      <dsp:txXfrm>
        <a:off x="4160885" y="3498138"/>
        <a:ext cx="2753075" cy="725423"/>
      </dsp:txXfrm>
    </dsp:sp>
    <dsp:sp modelId="{2369536E-BA26-40AC-99AC-892F66202CFF}">
      <dsp:nvSpPr>
        <dsp:cNvPr id="0" name=""/>
        <dsp:cNvSpPr/>
      </dsp:nvSpPr>
      <dsp:spPr>
        <a:xfrm rot="5400000">
          <a:off x="3615816" y="348159"/>
          <a:ext cx="3625953" cy="3626510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396EB-81CD-45A0-AEF1-FB111F1FBC61}">
      <dsp:nvSpPr>
        <dsp:cNvPr id="0" name=""/>
        <dsp:cNvSpPr/>
      </dsp:nvSpPr>
      <dsp:spPr>
        <a:xfrm rot="16200000">
          <a:off x="7346568" y="348159"/>
          <a:ext cx="3625953" cy="3626510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C78B9-679C-4881-A45E-A3B23ED3B5B2}">
      <dsp:nvSpPr>
        <dsp:cNvPr id="0" name=""/>
        <dsp:cNvSpPr/>
      </dsp:nvSpPr>
      <dsp:spPr>
        <a:xfrm>
          <a:off x="7510881" y="3498138"/>
          <a:ext cx="2753075" cy="72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Output</a:t>
          </a:r>
          <a:endParaRPr lang="en-US" sz="3300" kern="1200" dirty="0"/>
        </a:p>
      </dsp:txBody>
      <dsp:txXfrm>
        <a:off x="7510881" y="3498138"/>
        <a:ext cx="2753075" cy="725423"/>
      </dsp:txXfrm>
    </dsp:sp>
    <dsp:sp modelId="{25FF4365-000D-4638-8BEC-866CF5474A45}">
      <dsp:nvSpPr>
        <dsp:cNvPr id="0" name=""/>
        <dsp:cNvSpPr/>
      </dsp:nvSpPr>
      <dsp:spPr>
        <a:xfrm>
          <a:off x="4072423" y="1388878"/>
          <a:ext cx="1661325" cy="1661325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Domain</a:t>
          </a:r>
          <a:endParaRPr lang="en-US" sz="1600" kern="1200" dirty="0"/>
        </a:p>
      </dsp:txBody>
      <dsp:txXfrm>
        <a:off x="4304409" y="1584784"/>
        <a:ext cx="957881" cy="1269513"/>
      </dsp:txXfrm>
    </dsp:sp>
    <dsp:sp modelId="{7935BEFA-4B96-4552-AAB0-54806A51059F}">
      <dsp:nvSpPr>
        <dsp:cNvPr id="0" name=""/>
        <dsp:cNvSpPr/>
      </dsp:nvSpPr>
      <dsp:spPr>
        <a:xfrm>
          <a:off x="5269774" y="1388878"/>
          <a:ext cx="1661325" cy="1661325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Technology</a:t>
          </a:r>
          <a:endParaRPr lang="en-US" sz="1600" kern="1200" dirty="0"/>
        </a:p>
      </dsp:txBody>
      <dsp:txXfrm>
        <a:off x="5741232" y="1584784"/>
        <a:ext cx="957881" cy="1269513"/>
      </dsp:txXfrm>
    </dsp:sp>
    <dsp:sp modelId="{72B10AE5-35EF-475B-B577-EB98FF2D5E74}">
      <dsp:nvSpPr>
        <dsp:cNvPr id="0" name=""/>
        <dsp:cNvSpPr/>
      </dsp:nvSpPr>
      <dsp:spPr>
        <a:xfrm>
          <a:off x="1045896" y="898880"/>
          <a:ext cx="1148915" cy="1148942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Ideas</a:t>
          </a:r>
          <a:endParaRPr lang="en-US" sz="1200" kern="1200" dirty="0"/>
        </a:p>
      </dsp:txBody>
      <dsp:txXfrm>
        <a:off x="1214151" y="1067139"/>
        <a:ext cx="812405" cy="812424"/>
      </dsp:txXfrm>
    </dsp:sp>
    <dsp:sp modelId="{62586866-3444-4FC7-89B8-E924AE6AE44E}">
      <dsp:nvSpPr>
        <dsp:cNvPr id="0" name=""/>
        <dsp:cNvSpPr/>
      </dsp:nvSpPr>
      <dsp:spPr>
        <a:xfrm>
          <a:off x="622157" y="1859447"/>
          <a:ext cx="564355" cy="564130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7190549-DC7D-42D5-9D5C-69E471ACFD47}">
      <dsp:nvSpPr>
        <dsp:cNvPr id="0" name=""/>
        <dsp:cNvSpPr/>
      </dsp:nvSpPr>
      <dsp:spPr>
        <a:xfrm>
          <a:off x="2289095" y="1124881"/>
          <a:ext cx="328376" cy="328162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15EA534-E8CB-45B3-A79F-D57ADFF5C11A}">
      <dsp:nvSpPr>
        <dsp:cNvPr id="0" name=""/>
        <dsp:cNvSpPr/>
      </dsp:nvSpPr>
      <dsp:spPr>
        <a:xfrm>
          <a:off x="2167064" y="1585106"/>
          <a:ext cx="1148915" cy="114894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Experience</a:t>
          </a:r>
          <a:endParaRPr lang="en-US" sz="1200" kern="1200" dirty="0"/>
        </a:p>
      </dsp:txBody>
      <dsp:txXfrm>
        <a:off x="2335319" y="1753365"/>
        <a:ext cx="812405" cy="812424"/>
      </dsp:txXfrm>
    </dsp:sp>
    <dsp:sp modelId="{9CE3146D-6083-4995-9EBF-74351B2B9CFF}">
      <dsp:nvSpPr>
        <dsp:cNvPr id="0" name=""/>
        <dsp:cNvSpPr/>
      </dsp:nvSpPr>
      <dsp:spPr>
        <a:xfrm>
          <a:off x="2287209" y="2804315"/>
          <a:ext cx="328376" cy="328162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3B37920-FC2E-49E3-943F-14FF579A6622}">
      <dsp:nvSpPr>
        <dsp:cNvPr id="0" name=""/>
        <dsp:cNvSpPr/>
      </dsp:nvSpPr>
      <dsp:spPr>
        <a:xfrm>
          <a:off x="1066369" y="2241680"/>
          <a:ext cx="1148915" cy="1148942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Capability</a:t>
          </a:r>
          <a:endParaRPr lang="en-US" sz="1200" kern="1200" dirty="0"/>
        </a:p>
      </dsp:txBody>
      <dsp:txXfrm>
        <a:off x="1234624" y="2409939"/>
        <a:ext cx="812405" cy="812424"/>
      </dsp:txXfrm>
    </dsp:sp>
    <dsp:sp modelId="{70122305-46CA-41C0-B193-2310594B4A79}">
      <dsp:nvSpPr>
        <dsp:cNvPr id="0" name=""/>
        <dsp:cNvSpPr/>
      </dsp:nvSpPr>
      <dsp:spPr>
        <a:xfrm>
          <a:off x="7823606" y="1097887"/>
          <a:ext cx="2117750" cy="211736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Offerings</a:t>
          </a:r>
          <a:endParaRPr lang="en-US" sz="2700" kern="1200" dirty="0"/>
        </a:p>
      </dsp:txBody>
      <dsp:txXfrm>
        <a:off x="8133743" y="1407968"/>
        <a:ext cx="1497476" cy="1497205"/>
      </dsp:txXfrm>
    </dsp:sp>
    <dsp:sp modelId="{7F5A9021-5F7A-4E52-B0A6-765AC8CCCBB6}">
      <dsp:nvSpPr>
        <dsp:cNvPr id="0" name=""/>
        <dsp:cNvSpPr/>
      </dsp:nvSpPr>
      <dsp:spPr>
        <a:xfrm>
          <a:off x="681410" y="3498138"/>
          <a:ext cx="2753075" cy="72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Incubation</a:t>
          </a:r>
          <a:endParaRPr lang="en-US" sz="3300" kern="1200" dirty="0"/>
        </a:p>
      </dsp:txBody>
      <dsp:txXfrm>
        <a:off x="681410" y="3498138"/>
        <a:ext cx="2753075" cy="7254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AC6E1-4C54-4DD4-B483-8CB0B2B77AC7}">
      <dsp:nvSpPr>
        <dsp:cNvPr id="0" name=""/>
        <dsp:cNvSpPr/>
      </dsp:nvSpPr>
      <dsp:spPr>
        <a:xfrm>
          <a:off x="473784" y="0"/>
          <a:ext cx="5369559" cy="2122522"/>
        </a:xfrm>
        <a:prstGeom prst="rightArrow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CDA82EED-E60B-498E-9461-9568827B17B0}">
      <dsp:nvSpPr>
        <dsp:cNvPr id="0" name=""/>
        <dsp:cNvSpPr/>
      </dsp:nvSpPr>
      <dsp:spPr>
        <a:xfrm>
          <a:off x="1850" y="636756"/>
          <a:ext cx="1114134" cy="8490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Definition</a:t>
          </a:r>
        </a:p>
      </dsp:txBody>
      <dsp:txXfrm>
        <a:off x="43295" y="678201"/>
        <a:ext cx="1031244" cy="766118"/>
      </dsp:txXfrm>
    </dsp:sp>
    <dsp:sp modelId="{C4A75AA2-E64F-4791-A958-90D93EA50D17}">
      <dsp:nvSpPr>
        <dsp:cNvPr id="0" name=""/>
        <dsp:cNvSpPr/>
      </dsp:nvSpPr>
      <dsp:spPr>
        <a:xfrm>
          <a:off x="1301674" y="636756"/>
          <a:ext cx="1114134" cy="8490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Creation</a:t>
          </a:r>
          <a:endParaRPr lang="en-IN" sz="1600" kern="1200" dirty="0"/>
        </a:p>
      </dsp:txBody>
      <dsp:txXfrm>
        <a:off x="1343119" y="678201"/>
        <a:ext cx="1031244" cy="766118"/>
      </dsp:txXfrm>
    </dsp:sp>
    <dsp:sp modelId="{C9F54610-DCB5-44BB-8F38-04400EDDA670}">
      <dsp:nvSpPr>
        <dsp:cNvPr id="0" name=""/>
        <dsp:cNvSpPr/>
      </dsp:nvSpPr>
      <dsp:spPr>
        <a:xfrm>
          <a:off x="2601497" y="636756"/>
          <a:ext cx="1114134" cy="8490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Peer review</a:t>
          </a:r>
          <a:endParaRPr lang="en-IN" sz="1600" kern="1200" dirty="0"/>
        </a:p>
      </dsp:txBody>
      <dsp:txXfrm>
        <a:off x="2642942" y="678201"/>
        <a:ext cx="1031244" cy="766118"/>
      </dsp:txXfrm>
    </dsp:sp>
    <dsp:sp modelId="{FB242733-FC3E-4D54-B1E2-DED6D2E7F7D4}">
      <dsp:nvSpPr>
        <dsp:cNvPr id="0" name=""/>
        <dsp:cNvSpPr/>
      </dsp:nvSpPr>
      <dsp:spPr>
        <a:xfrm>
          <a:off x="3901320" y="636756"/>
          <a:ext cx="1114134" cy="8490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BU review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100" kern="1200" dirty="0" smtClean="0"/>
            <a:t>(Girish)</a:t>
          </a:r>
          <a:endParaRPr lang="en-IN" sz="1100" kern="1200" dirty="0"/>
        </a:p>
      </dsp:txBody>
      <dsp:txXfrm>
        <a:off x="3942765" y="678201"/>
        <a:ext cx="1031244" cy="766118"/>
      </dsp:txXfrm>
    </dsp:sp>
    <dsp:sp modelId="{8806BCF1-3171-44F3-9017-6CFA84E3804A}">
      <dsp:nvSpPr>
        <dsp:cNvPr id="0" name=""/>
        <dsp:cNvSpPr/>
      </dsp:nvSpPr>
      <dsp:spPr>
        <a:xfrm>
          <a:off x="5201144" y="636756"/>
          <a:ext cx="1114134" cy="8490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/>
            <a:t>Nagarro review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100" kern="1200" dirty="0" smtClean="0"/>
            <a:t>(Marketing, Sales, Legal)</a:t>
          </a:r>
          <a:endParaRPr lang="en-IN" sz="1100" kern="1200" dirty="0"/>
        </a:p>
      </dsp:txBody>
      <dsp:txXfrm>
        <a:off x="5242589" y="678201"/>
        <a:ext cx="1031244" cy="7661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4A95C-1401-45A7-BE71-05226B55379D}" type="datetimeFigureOut">
              <a:rPr lang="en-US" smtClean="0"/>
              <a:t>8/3/2015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D61AF-0CDF-4452-BB7B-56679DB4F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5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79E58-29C3-45D5-916F-1F78BF8462A0}" type="datetimeFigureOut">
              <a:rPr lang="en-US" smtClean="0"/>
              <a:t>8/3/2015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4F36D-EDC6-4661-A77F-622CDC9BB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0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5637744-ED2B-407A-BEEF-E56250786E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43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Consulting – includes </a:t>
            </a:r>
            <a:r>
              <a:rPr lang="en-I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aligning</a:t>
            </a:r>
            <a:r>
              <a:rPr lang="en-I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pre sales team to identify the needs of the client, consulting</a:t>
            </a:r>
            <a:r>
              <a:rPr lang="en-I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en-IN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 </a:t>
            </a:r>
            <a:r>
              <a:rPr lang="en-I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clients, and also with competitors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F4F36D-EDC6-4661-A77F-622CDC9BBF8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03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65637744-ED2B-407A-BEEF-E56250786E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9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0"/>
            <a:ext cx="59436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rot="10800000" flipH="1">
            <a:off x="5715001" y="0"/>
            <a:ext cx="5715000" cy="7315200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dist="190500" algn="tl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57200" y="1828800"/>
            <a:ext cx="7315200" cy="2743200"/>
          </a:xfrm>
          <a:noFill/>
        </p:spPr>
        <p:txBody>
          <a:bodyPr lIns="228600" tIns="45720" rIns="45720" bIns="45720" anchor="t"/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57200" y="4572000"/>
            <a:ext cx="7315200" cy="457200"/>
          </a:xfrm>
        </p:spPr>
        <p:txBody>
          <a:bodyPr lIns="228600" tIns="45720" rIns="45720" bIns="45720"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1168368"/>
            <a:ext cx="1983563" cy="2032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7" y="667277"/>
            <a:ext cx="2103120" cy="56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0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0"/>
            <a:ext cx="32004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rot="10800000" flipH="1">
            <a:off x="2971801" y="0"/>
            <a:ext cx="8458200" cy="7315200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dist="190500" algn="tl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57200" y="1828800"/>
            <a:ext cx="7315200" cy="2743200"/>
          </a:xfrm>
          <a:noFill/>
        </p:spPr>
        <p:txBody>
          <a:bodyPr lIns="228600" tIns="45720" rIns="45720" bIns="45720" anchor="t"/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457200" y="4572000"/>
            <a:ext cx="7315200" cy="457200"/>
          </a:xfrm>
        </p:spPr>
        <p:txBody>
          <a:bodyPr lIns="228600" tIns="45720" rIns="45720" bIns="45720"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1168368"/>
            <a:ext cx="1983563" cy="2032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7" y="667277"/>
            <a:ext cx="2103120" cy="56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5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4572000" y="0"/>
            <a:ext cx="762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rot="10800000">
            <a:off x="1371600" y="0"/>
            <a:ext cx="3200400" cy="7315200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dist="190500" dir="10800000" algn="tl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029200" y="457200"/>
            <a:ext cx="6172200" cy="1371600"/>
          </a:xfrm>
          <a:noFill/>
        </p:spPr>
        <p:txBody>
          <a:bodyPr lIns="228600"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 userDrawn="1">
            <p:ph type="body" sz="quarter" idx="13"/>
          </p:nvPr>
        </p:nvSpPr>
        <p:spPr>
          <a:xfrm>
            <a:off x="5029200" y="2057400"/>
            <a:ext cx="61722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649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572000" y="0"/>
            <a:ext cx="762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rot="10800000">
            <a:off x="1371600" y="0"/>
            <a:ext cx="3200400" cy="7315200"/>
          </a:xfrm>
          <a:prstGeom prst="rtTriangle">
            <a:avLst/>
          </a:prstGeom>
          <a:solidFill>
            <a:schemeClr val="bg1"/>
          </a:solidFill>
          <a:ln>
            <a:noFill/>
          </a:ln>
          <a:effectLst>
            <a:outerShdw dist="190500" dir="10800000" algn="tl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5029200" y="2286000"/>
            <a:ext cx="6172200" cy="2743200"/>
          </a:xfrm>
          <a:noFill/>
        </p:spPr>
        <p:txBody>
          <a:bodyPr lIns="228600"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4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#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143000"/>
            <a:ext cx="121889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8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#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Rectangle 6"/>
          <p:cNvSpPr/>
          <p:nvPr userDrawn="1"/>
        </p:nvSpPr>
        <p:spPr>
          <a:xfrm rot="10800000">
            <a:off x="603504" y="-137160"/>
            <a:ext cx="11731752" cy="6400800"/>
          </a:xfrm>
          <a:prstGeom prst="snip1Rect">
            <a:avLst>
              <a:gd name="adj" fmla="val 10514"/>
            </a:avLst>
          </a:prstGeom>
          <a:solidFill>
            <a:schemeClr val="bg1"/>
          </a:solidFill>
          <a:ln>
            <a:noFill/>
          </a:ln>
          <a:effectLst>
            <a:outerShdw dist="190500" dir="8100000" algn="tr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972800" cy="1143000"/>
          </a:xfrm>
          <a:noFill/>
        </p:spPr>
        <p:txBody>
          <a:bodyPr lIns="22860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972800" cy="4572000"/>
          </a:xfrm>
        </p:spPr>
        <p:txBody>
          <a:bodyPr lIns="22860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94360" y="1143000"/>
            <a:ext cx="117317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23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#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Rectangle 6"/>
          <p:cNvSpPr/>
          <p:nvPr userDrawn="1"/>
        </p:nvSpPr>
        <p:spPr>
          <a:xfrm rot="10800000">
            <a:off x="603504" y="-137160"/>
            <a:ext cx="11731752" cy="6400800"/>
          </a:xfrm>
          <a:prstGeom prst="snip1Rect">
            <a:avLst>
              <a:gd name="adj" fmla="val 10514"/>
            </a:avLst>
          </a:prstGeom>
          <a:solidFill>
            <a:schemeClr val="bg1"/>
          </a:solidFill>
          <a:ln>
            <a:noFill/>
          </a:ln>
          <a:effectLst>
            <a:outerShdw dist="190500" dir="8100000" algn="tr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972800" cy="1143000"/>
          </a:xfrm>
          <a:noFill/>
        </p:spPr>
        <p:txBody>
          <a:bodyPr lIns="22860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10972800" cy="4572000"/>
          </a:xfrm>
        </p:spPr>
        <p:txBody>
          <a:bodyPr lIns="22860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94360" y="1143000"/>
            <a:ext cx="117317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14400" y="822960"/>
            <a:ext cx="10972800" cy="365760"/>
          </a:xfrm>
        </p:spPr>
        <p:txBody>
          <a:bodyPr lIns="228600" tIns="0" rIns="301752" bIns="0" anchor="t">
            <a:noAutofit/>
          </a:bodyPr>
          <a:lstStyle>
            <a:lvl1pPr marL="0" indent="0">
              <a:buFontTx/>
              <a:buNone/>
              <a:defRPr sz="2400" b="1">
                <a:solidFill>
                  <a:srgbClr val="F8AE3C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8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#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3200400" cy="4572000"/>
          </a:xfrm>
          <a:noFill/>
        </p:spPr>
        <p:txBody>
          <a:bodyPr lIns="228600" tIns="457200" rIns="228600" anchor="t"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914400"/>
            <a:ext cx="8458200" cy="5486400"/>
          </a:xfrm>
        </p:spPr>
        <p:txBody>
          <a:bodyPr tIns="4572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200400" y="0"/>
            <a:ext cx="0" cy="685800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2743200"/>
            <a:ext cx="3200400" cy="1828800"/>
          </a:xfrm>
        </p:spPr>
        <p:txBody>
          <a:bodyPr lIns="228600" tIns="45720" rIns="228600" bIns="45720" anchor="t">
            <a:noAutofit/>
          </a:bodyPr>
          <a:lstStyle>
            <a:lvl1pPr marL="0" indent="0" algn="r">
              <a:buFontTx/>
              <a:buNone/>
              <a:defRPr sz="2400" b="0">
                <a:solidFill>
                  <a:srgbClr val="707173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239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#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1600"/>
            <a:ext cx="7315200" cy="5029200"/>
          </a:xfrm>
        </p:spPr>
        <p:txBody>
          <a:bodyPr vert="horz" lIns="228600" tIns="45720" rIns="4572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</a:lstStyle>
          <a:p>
            <a:pPr lvl="0">
              <a:spcBef>
                <a:spcPts val="1800"/>
              </a:spcBef>
            </a:pPr>
            <a:r>
              <a:rPr lang="en-US" smtClean="0"/>
              <a:t>Click to edit Master text styles</a:t>
            </a:r>
          </a:p>
          <a:p>
            <a:pPr lvl="1">
              <a:spcBef>
                <a:spcPts val="1800"/>
              </a:spcBef>
            </a:pPr>
            <a:r>
              <a:rPr lang="en-US" smtClean="0"/>
              <a:t>Second level</a:t>
            </a:r>
          </a:p>
          <a:p>
            <a:pPr lvl="2">
              <a:spcBef>
                <a:spcPts val="1800"/>
              </a:spcBef>
            </a:pPr>
            <a:r>
              <a:rPr lang="en-US" smtClean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1371600"/>
            <a:ext cx="3657600" cy="6858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tIns="45720" rIns="45720" bIns="45720"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2057400"/>
            <a:ext cx="3657600" cy="4343400"/>
          </a:xfrm>
          <a:ln>
            <a:solidFill>
              <a:schemeClr val="bg1">
                <a:lumMod val="85000"/>
              </a:schemeClr>
            </a:solidFill>
          </a:ln>
        </p:spPr>
        <p:txBody>
          <a:bodyPr tIns="228600" rIns="45720" bIns="45720"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600"/>
            </a:lvl2pPr>
            <a:lvl3pPr>
              <a:defRPr sz="12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143000"/>
            <a:ext cx="121889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4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#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0" y="1371600"/>
            <a:ext cx="45720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143000"/>
            <a:ext cx="121889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79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143000"/>
            <a:ext cx="121889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71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5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#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5486400" cy="5029200"/>
          </a:xfrm>
        </p:spPr>
        <p:txBody>
          <a:bodyPr/>
          <a:lstStyle>
            <a:lvl1pPr>
              <a:spcBef>
                <a:spcPts val="1800"/>
              </a:spcBef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486400" cy="5029200"/>
          </a:xfrm>
        </p:spPr>
        <p:txBody>
          <a:bodyPr/>
          <a:lstStyle>
            <a:lvl1pPr>
              <a:spcBef>
                <a:spcPts val="1800"/>
              </a:spcBef>
              <a:defRPr sz="2400"/>
            </a:lvl1pPr>
            <a:lvl2pPr>
              <a:defRPr sz="2000"/>
            </a:lvl2pPr>
            <a:lvl3pPr>
              <a:defRPr sz="16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143000"/>
            <a:ext cx="121889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6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Rectangle 6"/>
          <p:cNvSpPr/>
          <p:nvPr userDrawn="1"/>
        </p:nvSpPr>
        <p:spPr>
          <a:xfrm rot="10800000">
            <a:off x="603504" y="-137160"/>
            <a:ext cx="11731752" cy="6400800"/>
          </a:xfrm>
          <a:prstGeom prst="snip1Rect">
            <a:avLst>
              <a:gd name="adj" fmla="val 10514"/>
            </a:avLst>
          </a:prstGeom>
          <a:solidFill>
            <a:schemeClr val="bg1"/>
          </a:solidFill>
          <a:ln>
            <a:noFill/>
          </a:ln>
          <a:effectLst>
            <a:outerShdw dist="190500" dir="8100000" algn="tr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972800" cy="1143000"/>
          </a:xfrm>
          <a:noFill/>
        </p:spPr>
        <p:txBody>
          <a:bodyPr lIns="22860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9400" y="1371600"/>
            <a:ext cx="5257800" cy="4572000"/>
          </a:xfrm>
        </p:spPr>
        <p:txBody>
          <a:bodyPr lIns="228600"/>
          <a:lstStyle>
            <a:lvl1pPr>
              <a:spcBef>
                <a:spcPts val="1800"/>
              </a:spcBef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94360" y="1143000"/>
            <a:ext cx="117317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Single Corner Rectangle 3"/>
          <p:cNvSpPr/>
          <p:nvPr userDrawn="1"/>
        </p:nvSpPr>
        <p:spPr>
          <a:xfrm rot="10800000">
            <a:off x="914400" y="1371598"/>
            <a:ext cx="5257800" cy="4572001"/>
          </a:xfrm>
          <a:prstGeom prst="snip1Rect">
            <a:avLst>
              <a:gd name="adj" fmla="val 12789"/>
            </a:avLst>
          </a:prstGeom>
          <a:solidFill>
            <a:srgbClr val="F8AE3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914400" y="1371600"/>
            <a:ext cx="5257800" cy="4572000"/>
          </a:xfrm>
        </p:spPr>
        <p:txBody>
          <a:bodyPr lIns="228600"/>
          <a:lstStyle>
            <a:lvl1pPr>
              <a:spcBef>
                <a:spcPts val="1800"/>
              </a:spcBef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5514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286000"/>
            <a:ext cx="2743200" cy="1828800"/>
          </a:xfrm>
          <a:solidFill>
            <a:schemeClr val="bg1"/>
          </a:solidFill>
          <a:effectLst>
            <a:outerShdw dist="190500" dir="2700000" algn="tl" rotWithShape="0">
              <a:srgbClr val="3E3D40">
                <a:alpha val="50000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rgbClr val="387BBA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2286000"/>
            <a:ext cx="2743200" cy="1828800"/>
          </a:xfrm>
          <a:solidFill>
            <a:schemeClr val="bg1"/>
          </a:solidFill>
          <a:effectLst>
            <a:outerShdw dist="190500" dir="2700000" algn="tl" rotWithShape="0">
              <a:srgbClr val="3E3D40">
                <a:alpha val="50000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rgbClr val="387BBA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8229600" y="2286000"/>
            <a:ext cx="2743200" cy="1828800"/>
          </a:xfrm>
          <a:solidFill>
            <a:schemeClr val="bg1"/>
          </a:solidFill>
          <a:effectLst>
            <a:outerShdw dist="190500" dir="2700000" algn="tl" rotWithShape="0">
              <a:srgbClr val="3E3D40">
                <a:alpha val="50000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rgbClr val="387BBA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6912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 #1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286000"/>
            <a:ext cx="2743200" cy="1828800"/>
          </a:xfrm>
          <a:solidFill>
            <a:schemeClr val="bg1"/>
          </a:solidFill>
          <a:effectLst>
            <a:outerShdw dist="190500" dir="2700000" algn="tl" rotWithShape="0">
              <a:srgbClr val="3E3D40">
                <a:alpha val="50000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rgbClr val="387BBA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2971800" y="2286000"/>
            <a:ext cx="8915400" cy="1828800"/>
          </a:xfrm>
          <a:noFill/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5744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Single Corner Rectangle 6"/>
          <p:cNvSpPr/>
          <p:nvPr userDrawn="1"/>
        </p:nvSpPr>
        <p:spPr>
          <a:xfrm rot="10800000">
            <a:off x="603504" y="-137160"/>
            <a:ext cx="11731752" cy="6400800"/>
          </a:xfrm>
          <a:prstGeom prst="snip1Rect">
            <a:avLst>
              <a:gd name="adj" fmla="val 10514"/>
            </a:avLst>
          </a:prstGeom>
          <a:solidFill>
            <a:schemeClr val="bg1"/>
          </a:solidFill>
          <a:ln>
            <a:noFill/>
          </a:ln>
          <a:effectLst>
            <a:outerShdw dist="190500" dir="8100000" algn="tr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972800" cy="1143000"/>
          </a:xfrm>
          <a:noFill/>
        </p:spPr>
        <p:txBody>
          <a:bodyPr lIns="22860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9400" y="1371600"/>
            <a:ext cx="5257800" cy="4572000"/>
          </a:xfrm>
        </p:spPr>
        <p:txBody>
          <a:bodyPr lIns="228600"/>
          <a:lstStyle>
            <a:lvl1pPr>
              <a:spcBef>
                <a:spcPts val="1800"/>
              </a:spcBef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94360" y="1143000"/>
            <a:ext cx="11731752" cy="0"/>
          </a:xfrm>
          <a:prstGeom prst="line">
            <a:avLst/>
          </a:prstGeom>
          <a:ln w="3175" cap="flat" cmpd="sng">
            <a:solidFill>
              <a:srgbClr val="9C9E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nip Single Corner Rectangle 3"/>
          <p:cNvSpPr/>
          <p:nvPr userDrawn="1"/>
        </p:nvSpPr>
        <p:spPr>
          <a:xfrm rot="10800000">
            <a:off x="914400" y="3657600"/>
            <a:ext cx="2286000" cy="2286000"/>
          </a:xfrm>
          <a:prstGeom prst="snip1Rect">
            <a:avLst>
              <a:gd name="adj" fmla="val 24984"/>
            </a:avLst>
          </a:prstGeom>
          <a:solidFill>
            <a:srgbClr val="73A9D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511297" y="3657600"/>
            <a:ext cx="2286000" cy="2286000"/>
          </a:xfrm>
          <a:solidFill>
            <a:srgbClr val="F8AE3C">
              <a:alpha val="50196"/>
            </a:srgbClr>
          </a:solidFill>
          <a:effectLst/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3E3D4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923545" y="1371600"/>
            <a:ext cx="2286000" cy="2057400"/>
          </a:xfrm>
          <a:solidFill>
            <a:srgbClr val="F8AE3C">
              <a:alpha val="50196"/>
            </a:srgbClr>
          </a:solidFill>
          <a:effectLst/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3E3D4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3511297" y="1417320"/>
            <a:ext cx="2286000" cy="2057400"/>
          </a:xfrm>
          <a:solidFill>
            <a:srgbClr val="73A9D7">
              <a:alpha val="50000"/>
            </a:srgbClr>
          </a:solidFill>
          <a:effectLst/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3E3D4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913063" y="3657599"/>
            <a:ext cx="2286000" cy="2286000"/>
          </a:xfrm>
          <a:noFill/>
          <a:effectLst/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3E3D40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963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/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79676" y="1600200"/>
            <a:ext cx="8229600" cy="3657600"/>
          </a:xfrm>
          <a:solidFill>
            <a:schemeClr val="bg1"/>
          </a:solidFill>
          <a:effectLst>
            <a:outerShdw dist="190500" dir="2700000" algn="tl" rotWithShape="0">
              <a:srgbClr val="3E3D40">
                <a:alpha val="50000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000">
                <a:solidFill>
                  <a:srgbClr val="387BBA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add note</a:t>
            </a:r>
          </a:p>
        </p:txBody>
      </p:sp>
    </p:spTree>
    <p:extLst>
      <p:ext uri="{BB962C8B-B14F-4D97-AF65-F5344CB8AC3E}">
        <p14:creationId xmlns:p14="http://schemas.microsoft.com/office/powerpoint/2010/main" val="140732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331" y="0"/>
            <a:ext cx="25146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0" y="228600"/>
            <a:ext cx="9144000" cy="6172200"/>
          </a:xfrm>
        </p:spPr>
        <p:txBody>
          <a:bodyPr tIns="4572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28600"/>
            <a:ext cx="2514600" cy="914400"/>
          </a:xfrm>
        </p:spPr>
        <p:txBody>
          <a:bodyPr lIns="182880" tIns="0" rIns="182880" bIns="0">
            <a:noAutofit/>
          </a:bodyPr>
          <a:lstStyle>
            <a:lvl1pPr marL="0" indent="0" algn="r">
              <a:buNone/>
              <a:defRPr sz="3200" baseline="0">
                <a:solidFill>
                  <a:srgbClr val="387BBA"/>
                </a:solidFill>
              </a:defRPr>
            </a:lvl1pPr>
          </a:lstStyle>
          <a:p>
            <a:pPr lvl="0"/>
            <a:r>
              <a:rPr lang="en-US" dirty="0" smtClean="0"/>
              <a:t>Click to add text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-1820" y="2276707"/>
            <a:ext cx="2514600" cy="914400"/>
          </a:xfrm>
        </p:spPr>
        <p:txBody>
          <a:bodyPr lIns="182880" tIns="0" rIns="182880" bIns="0">
            <a:noAutofit/>
          </a:bodyPr>
          <a:lstStyle>
            <a:lvl1pPr marL="0" indent="0" algn="r">
              <a:buNone/>
              <a:defRPr sz="3200" baseline="0">
                <a:solidFill>
                  <a:srgbClr val="387BBA"/>
                </a:solidFill>
              </a:defRPr>
            </a:lvl1pPr>
          </a:lstStyle>
          <a:p>
            <a:pPr lvl="0"/>
            <a:r>
              <a:rPr lang="en-US" dirty="0" smtClean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81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914400" y="3200400"/>
            <a:ext cx="4572000" cy="2743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90500" dir="18900000" algn="tl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914400" y="5714735"/>
            <a:ext cx="4572000" cy="2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914400" y="5714735"/>
            <a:ext cx="4572000" cy="228600"/>
          </a:xfrm>
          <a:prstGeom prst="rect">
            <a:avLst/>
          </a:prstGeom>
          <a:noFill/>
        </p:spPr>
        <p:txBody>
          <a:bodyPr wrap="square" tIns="0" bIns="0" rtlCol="0" anchor="ctr">
            <a:noAutofit/>
          </a:bodyPr>
          <a:lstStyle/>
          <a:p>
            <a:pPr algn="r"/>
            <a:r>
              <a:rPr lang="en-US" sz="1000" spc="-70" baseline="0" dirty="0" smtClean="0">
                <a:solidFill>
                  <a:srgbClr val="707173"/>
                </a:solidFill>
              </a:rPr>
              <a:t>AN ALLGEIER DIVISION</a:t>
            </a:r>
            <a:endParaRPr lang="en-US" sz="1000" spc="-70" baseline="0" dirty="0">
              <a:solidFill>
                <a:srgbClr val="707173"/>
              </a:solidFill>
            </a:endParaRP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3000" y="3886200"/>
            <a:ext cx="3657600" cy="365760"/>
          </a:xfrm>
        </p:spPr>
        <p:txBody>
          <a:bodyPr lIns="91440" tIns="45720" rIns="91440" bIns="45720" anchor="t">
            <a:noAutofit/>
          </a:bodyPr>
          <a:lstStyle>
            <a:lvl1pPr marL="0" indent="0">
              <a:buFontTx/>
              <a:buNone/>
              <a:defRPr sz="2000" b="0">
                <a:solidFill>
                  <a:srgbClr val="387BBA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Name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143000" y="4206240"/>
            <a:ext cx="3657600" cy="274320"/>
          </a:xfrm>
        </p:spPr>
        <p:txBody>
          <a:bodyPr lIns="91440" tIns="0" rIns="9144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rgbClr val="3E3D40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4572000"/>
            <a:ext cx="3657600" cy="914400"/>
          </a:xfrm>
        </p:spPr>
        <p:txBody>
          <a:bodyPr lIns="91440" tIns="45720" rIns="91440" bIns="4572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 b="0">
                <a:solidFill>
                  <a:srgbClr val="707173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Contact Info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10" y="3345757"/>
            <a:ext cx="1645920" cy="43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3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914400" y="2286000"/>
            <a:ext cx="4572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90500" dir="18900000" algn="tl" rotWithShape="0">
              <a:srgbClr val="3E3D40">
                <a:alpha val="5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914400" y="5714735"/>
            <a:ext cx="4572000" cy="2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914400" y="5714735"/>
            <a:ext cx="4572000" cy="228600"/>
          </a:xfrm>
          <a:prstGeom prst="rect">
            <a:avLst/>
          </a:prstGeom>
          <a:noFill/>
        </p:spPr>
        <p:txBody>
          <a:bodyPr wrap="square" tIns="0" bIns="0" rtlCol="0" anchor="ctr">
            <a:noAutofit/>
          </a:bodyPr>
          <a:lstStyle/>
          <a:p>
            <a:pPr algn="r"/>
            <a:r>
              <a:rPr lang="en-US" sz="1000" spc="-70" baseline="0" dirty="0" smtClean="0">
                <a:solidFill>
                  <a:srgbClr val="707173"/>
                </a:solidFill>
              </a:rPr>
              <a:t>AN ALLGEIER DIVISION</a:t>
            </a:r>
            <a:endParaRPr lang="en-US" sz="1000" spc="-70" baseline="0" dirty="0">
              <a:solidFill>
                <a:srgbClr val="707173"/>
              </a:solidFill>
            </a:endParaRP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3000" y="4343400"/>
            <a:ext cx="3657600" cy="365760"/>
          </a:xfrm>
        </p:spPr>
        <p:txBody>
          <a:bodyPr lIns="91440" tIns="45720" rIns="91440" bIns="45720" anchor="t">
            <a:noAutofit/>
          </a:bodyPr>
          <a:lstStyle>
            <a:lvl1pPr marL="0" indent="0">
              <a:buFontTx/>
              <a:buNone/>
              <a:defRPr sz="2000" b="0">
                <a:solidFill>
                  <a:srgbClr val="387BBA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Name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143000" y="4663440"/>
            <a:ext cx="3657600" cy="274320"/>
          </a:xfrm>
        </p:spPr>
        <p:txBody>
          <a:bodyPr lIns="91440" tIns="0" rIns="9144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rgbClr val="3E3D40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Title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2971800"/>
            <a:ext cx="3657600" cy="365760"/>
          </a:xfrm>
        </p:spPr>
        <p:txBody>
          <a:bodyPr lIns="91440" tIns="45720" rIns="91440" bIns="45720" anchor="t">
            <a:noAutofit/>
          </a:bodyPr>
          <a:lstStyle>
            <a:lvl1pPr marL="0" indent="0">
              <a:buFontTx/>
              <a:buNone/>
              <a:defRPr sz="2000" b="0">
                <a:solidFill>
                  <a:srgbClr val="387BBA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Name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3291840"/>
            <a:ext cx="3657600" cy="274320"/>
          </a:xfrm>
        </p:spPr>
        <p:txBody>
          <a:bodyPr lIns="91440" tIns="0" rIns="9144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rgbClr val="3E3D40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Title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143000" y="3657600"/>
            <a:ext cx="3657600" cy="365760"/>
          </a:xfrm>
        </p:spPr>
        <p:txBody>
          <a:bodyPr lIns="91440" tIns="45720" rIns="91440" bIns="45720" anchor="t">
            <a:noAutofit/>
          </a:bodyPr>
          <a:lstStyle>
            <a:lvl1pPr marL="0" indent="0">
              <a:buFontTx/>
              <a:buNone/>
              <a:defRPr sz="2000" b="0">
                <a:solidFill>
                  <a:srgbClr val="387BBA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Name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3000" y="3977640"/>
            <a:ext cx="3657600" cy="274320"/>
          </a:xfrm>
        </p:spPr>
        <p:txBody>
          <a:bodyPr lIns="91440" tIns="0" rIns="9144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rgbClr val="3E3D40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Title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143000" y="5029200"/>
            <a:ext cx="3657600" cy="365760"/>
          </a:xfrm>
        </p:spPr>
        <p:txBody>
          <a:bodyPr lIns="91440" tIns="45720" rIns="91440" bIns="45720" anchor="t">
            <a:noAutofit/>
          </a:bodyPr>
          <a:lstStyle>
            <a:lvl1pPr marL="0" indent="0">
              <a:buFontTx/>
              <a:buNone/>
              <a:defRPr sz="2000" b="0">
                <a:solidFill>
                  <a:srgbClr val="387BBA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Name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143000" y="5349240"/>
            <a:ext cx="3657600" cy="274320"/>
          </a:xfrm>
        </p:spPr>
        <p:txBody>
          <a:bodyPr lIns="91440" tIns="0" rIns="9144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rgbClr val="3E3D40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Enter Title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10" y="2432304"/>
            <a:ext cx="1645920" cy="43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0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457200" tIns="320040" rIns="301752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11658600" cy="5029200"/>
          </a:xfrm>
          <a:prstGeom prst="rect">
            <a:avLst/>
          </a:prstGeom>
        </p:spPr>
        <p:txBody>
          <a:bodyPr vert="horz" lIns="228600" tIns="45720" rIns="4572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6629400"/>
            <a:ext cx="533095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0000" y="6629400"/>
            <a:ext cx="4572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D5482-9FBC-4E28-B32E-39682F9F9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3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7" r:id="rId2"/>
    <p:sldLayoutId id="2147483664" r:id="rId3"/>
    <p:sldLayoutId id="2147483662" r:id="rId4"/>
    <p:sldLayoutId id="2147483650" r:id="rId5"/>
    <p:sldLayoutId id="2147483667" r:id="rId6"/>
    <p:sldLayoutId id="2147483685" r:id="rId7"/>
    <p:sldLayoutId id="2147483660" r:id="rId8"/>
    <p:sldLayoutId id="2147483669" r:id="rId9"/>
    <p:sldLayoutId id="2147483686" r:id="rId10"/>
    <p:sldLayoutId id="2147483654" r:id="rId11"/>
    <p:sldLayoutId id="2147483655" r:id="rId12"/>
    <p:sldLayoutId id="2147483652" r:id="rId13"/>
    <p:sldLayoutId id="2147483682" r:id="rId14"/>
    <p:sldLayoutId id="2147483671" r:id="rId15"/>
    <p:sldLayoutId id="2147483672" r:id="rId16"/>
    <p:sldLayoutId id="2147483683" r:id="rId17"/>
    <p:sldLayoutId id="2147483663" r:id="rId18"/>
    <p:sldLayoutId id="2147483684" r:id="rId19"/>
    <p:sldLayoutId id="2147483679" r:id="rId20"/>
    <p:sldLayoutId id="2147483680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387BB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2400"/>
        </a:spcBef>
        <a:buClr>
          <a:srgbClr val="3E3D40"/>
        </a:buClr>
        <a:buSzPct val="80000"/>
        <a:buFont typeface="Wingdings" panose="05000000000000000000" pitchFamily="2" charset="2"/>
        <a:buChar char="§"/>
        <a:defRPr sz="2400" kern="1200">
          <a:solidFill>
            <a:srgbClr val="3E3D40"/>
          </a:solidFill>
          <a:latin typeface="Calibri Light" panose="020F0302020204030204" pitchFamily="34" charset="0"/>
          <a:ea typeface="+mn-ea"/>
          <a:cs typeface="Segoe UI Semilight" panose="020B04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9C9E9F"/>
        </a:buClr>
        <a:buSzPct val="80000"/>
        <a:buFont typeface="Wingdings" panose="05000000000000000000" pitchFamily="2" charset="2"/>
        <a:buChar char="§"/>
        <a:defRPr sz="2000" kern="1200">
          <a:solidFill>
            <a:srgbClr val="9C9E9F"/>
          </a:solidFill>
          <a:latin typeface="+mn-lt"/>
          <a:ea typeface="+mn-ea"/>
          <a:cs typeface="Segoe UI Semilight" panose="020B04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3E3D40"/>
        </a:buClr>
        <a:buSzPct val="80000"/>
        <a:buFont typeface="Wingdings" panose="05000000000000000000" pitchFamily="2" charset="2"/>
        <a:buChar char="§"/>
        <a:defRPr sz="1600" kern="1200">
          <a:solidFill>
            <a:srgbClr val="3E3D40"/>
          </a:solidFill>
          <a:latin typeface="Calibri Light" panose="020F0302020204030204" pitchFamily="34" charset="0"/>
          <a:ea typeface="+mn-ea"/>
          <a:cs typeface="Segoe UI Semilight" panose="020B04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3D40"/>
        </a:buClr>
        <a:buSzPct val="80000"/>
        <a:buFont typeface="Wingdings" panose="05000000000000000000" pitchFamily="2" charset="2"/>
        <a:buChar char="§"/>
        <a:defRPr sz="1800" kern="1200">
          <a:solidFill>
            <a:srgbClr val="3E3D4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3D40"/>
        </a:buClr>
        <a:buSzPct val="80000"/>
        <a:buFont typeface="Wingdings" panose="05000000000000000000" pitchFamily="2" charset="2"/>
        <a:buChar char="§"/>
        <a:defRPr sz="1800" kern="1200">
          <a:solidFill>
            <a:srgbClr val="3E3D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BFSI </a:t>
            </a:r>
            <a:r>
              <a:rPr lang="en-US" dirty="0" err="1" smtClean="0"/>
              <a:t>Minds@Work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Overview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658" y="742950"/>
            <a:ext cx="134302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62946" y="825333"/>
            <a:ext cx="6172200" cy="1143000"/>
          </a:xfrm>
        </p:spPr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862946" y="2443347"/>
            <a:ext cx="6172200" cy="36249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800" dirty="0" smtClean="0"/>
              <a:t>Overview</a:t>
            </a:r>
          </a:p>
          <a:p>
            <a:pPr lvl="1">
              <a:spcBef>
                <a:spcPts val="0"/>
              </a:spcBef>
            </a:pPr>
            <a:r>
              <a:rPr lang="en-IN" sz="1600" dirty="0" smtClean="0"/>
              <a:t>Key Objective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What is a </a:t>
            </a:r>
            <a:r>
              <a:rPr lang="en-US" sz="1600" dirty="0" err="1" smtClean="0"/>
              <a:t>CoE</a:t>
            </a:r>
            <a:endParaRPr lang="en-US" sz="1600" dirty="0" smtClean="0"/>
          </a:p>
          <a:p>
            <a:pPr lvl="1">
              <a:spcBef>
                <a:spcPts val="0"/>
              </a:spcBef>
            </a:pPr>
            <a:r>
              <a:rPr lang="en-US" sz="1600" dirty="0" err="1"/>
              <a:t>CoE</a:t>
            </a:r>
            <a:r>
              <a:rPr lang="en-US" sz="1600" dirty="0"/>
              <a:t> </a:t>
            </a:r>
            <a:r>
              <a:rPr lang="en-US" sz="1600" dirty="0" smtClean="0"/>
              <a:t>Process</a:t>
            </a:r>
          </a:p>
          <a:p>
            <a:pPr>
              <a:spcBef>
                <a:spcPts val="0"/>
              </a:spcBef>
            </a:pPr>
            <a:endParaRPr lang="en-IN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 smtClean="0"/>
              <a:t>Offerings and other activities</a:t>
            </a:r>
          </a:p>
          <a:p>
            <a:pPr lvl="1">
              <a:spcBef>
                <a:spcPts val="0"/>
              </a:spcBef>
            </a:pPr>
            <a:r>
              <a:rPr lang="en-IN" sz="1600" dirty="0" smtClean="0"/>
              <a:t>Offerings </a:t>
            </a:r>
            <a:r>
              <a:rPr lang="en-IN" sz="1600" dirty="0"/>
              <a:t>aligned to COEs</a:t>
            </a:r>
          </a:p>
          <a:p>
            <a:pPr lvl="1">
              <a:spcBef>
                <a:spcPts val="0"/>
              </a:spcBef>
            </a:pPr>
            <a:r>
              <a:rPr lang="en-IN" sz="1600" dirty="0"/>
              <a:t>POC stack</a:t>
            </a:r>
          </a:p>
          <a:p>
            <a:pPr lvl="1">
              <a:spcBef>
                <a:spcPts val="0"/>
              </a:spcBef>
            </a:pPr>
            <a:r>
              <a:rPr lang="en-IN" sz="1600" dirty="0"/>
              <a:t>Knowledge base</a:t>
            </a:r>
          </a:p>
          <a:p>
            <a:pPr lvl="1">
              <a:spcBef>
                <a:spcPts val="0"/>
              </a:spcBef>
            </a:pPr>
            <a:r>
              <a:rPr lang="en-IN" sz="1600" dirty="0"/>
              <a:t>Other ongoing </a:t>
            </a:r>
            <a:r>
              <a:rPr lang="en-IN" sz="1600" dirty="0" smtClean="0"/>
              <a:t>activities</a:t>
            </a:r>
          </a:p>
          <a:p>
            <a:pPr>
              <a:spcBef>
                <a:spcPts val="0"/>
              </a:spcBef>
            </a:pPr>
            <a:endParaRPr lang="en-IN" sz="1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 smtClean="0"/>
              <a:t>Team</a:t>
            </a:r>
            <a:endParaRPr lang="en-IN" sz="1800" dirty="0"/>
          </a:p>
          <a:p>
            <a:pPr lvl="1">
              <a:spcBef>
                <a:spcPts val="0"/>
              </a:spcBef>
            </a:pPr>
            <a:r>
              <a:rPr lang="en-IN" sz="1600" dirty="0"/>
              <a:t>Contributors to </a:t>
            </a:r>
            <a:r>
              <a:rPr lang="en-IN" sz="1600" dirty="0" err="1"/>
              <a:t>Minds@Work</a:t>
            </a:r>
            <a:endParaRPr lang="en-IN" sz="1600" dirty="0"/>
          </a:p>
          <a:p>
            <a:pPr lvl="1">
              <a:spcBef>
                <a:spcPts val="0"/>
              </a:spcBef>
            </a:pPr>
            <a:r>
              <a:rPr lang="en-IN" sz="1600" dirty="0"/>
              <a:t>Team composition</a:t>
            </a:r>
          </a:p>
          <a:p>
            <a:pPr lvl="1">
              <a:spcBef>
                <a:spcPts val="0"/>
              </a:spcBef>
            </a:pPr>
            <a:r>
              <a:rPr lang="en-IN" sz="1600" dirty="0"/>
              <a:t>Team responsibilities</a:t>
            </a:r>
          </a:p>
          <a:p>
            <a:pPr marL="0" indent="0">
              <a:spcBef>
                <a:spcPts val="0"/>
              </a:spcBef>
              <a:buNone/>
            </a:pPr>
            <a:endParaRPr lang="en-IN" sz="1800" dirty="0" smtClean="0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430000" y="6629400"/>
            <a:ext cx="457200" cy="228600"/>
          </a:xfrm>
        </p:spPr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8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Overview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0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Objective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Minds@Work</a:t>
            </a:r>
            <a:r>
              <a:rPr lang="en-IN" dirty="0"/>
              <a:t> </a:t>
            </a:r>
            <a:r>
              <a:rPr lang="en-IN" dirty="0" smtClean="0"/>
              <a:t>is the competency </a:t>
            </a:r>
            <a:r>
              <a:rPr lang="en-IN" dirty="0"/>
              <a:t>centre formed </a:t>
            </a:r>
            <a:r>
              <a:rPr lang="en-US" dirty="0"/>
              <a:t>within Nagarro BFSI group </a:t>
            </a:r>
            <a:r>
              <a:rPr lang="en-IN" dirty="0"/>
              <a:t>with the following objective:</a:t>
            </a:r>
          </a:p>
          <a:p>
            <a:pPr marL="0" indent="0">
              <a:buNone/>
            </a:pPr>
            <a:r>
              <a:rPr lang="en-US" sz="2800" dirty="0" smtClean="0"/>
              <a:t>“To </a:t>
            </a:r>
            <a:r>
              <a:rPr lang="en-US" sz="2800" dirty="0"/>
              <a:t>setup and mature </a:t>
            </a:r>
            <a:r>
              <a:rPr lang="en-US" sz="2800" dirty="0" err="1"/>
              <a:t>CoEs</a:t>
            </a:r>
            <a:r>
              <a:rPr lang="en-US" sz="2800" dirty="0"/>
              <a:t> in BFSI domain to support growth of the </a:t>
            </a:r>
            <a:r>
              <a:rPr lang="en-US" sz="2800" dirty="0" smtClean="0"/>
              <a:t>BU”</a:t>
            </a:r>
            <a:endParaRPr lang="en-US" sz="2800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430000" y="6629400"/>
            <a:ext cx="457200" cy="228600"/>
          </a:xfrm>
        </p:spPr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4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</a:t>
            </a:r>
            <a:r>
              <a:rPr lang="en-US" dirty="0" err="1" smtClean="0"/>
              <a:t>CoE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589358"/>
              </p:ext>
            </p:extLst>
          </p:nvPr>
        </p:nvGraphicFramePr>
        <p:xfrm>
          <a:off x="-762001" y="1424876"/>
          <a:ext cx="7979229" cy="4114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5</a:t>
            </a:fld>
            <a:endParaRPr lang="en-US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6792737" y="1424876"/>
            <a:ext cx="3792891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smtClean="0">
                <a:solidFill>
                  <a:schemeClr val="bg1"/>
                </a:solidFill>
              </a:rPr>
              <a:t>About </a:t>
            </a:r>
            <a:r>
              <a:rPr lang="en-IN" sz="2000" dirty="0" err="1" smtClean="0">
                <a:solidFill>
                  <a:schemeClr val="bg1"/>
                </a:solidFill>
              </a:rPr>
              <a:t>CoE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6792737" y="1989823"/>
            <a:ext cx="3792891" cy="3768720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Each </a:t>
            </a:r>
            <a:r>
              <a:rPr lang="en-IN" sz="1600" dirty="0" err="1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CoE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 is a knowledge area in BFSI domain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Incorporates domain and technology concepts related to knowledge area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Uses existing capabilities from earlier projects, domain and technology experts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Combines capabilities to create reusable knowledge base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Each </a:t>
            </a:r>
            <a:r>
              <a:rPr lang="en-IN" sz="1600" dirty="0" err="1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CoE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 would produce set of offerings</a:t>
            </a:r>
          </a:p>
        </p:txBody>
      </p:sp>
    </p:spTree>
    <p:extLst>
      <p:ext uri="{BB962C8B-B14F-4D97-AF65-F5344CB8AC3E}">
        <p14:creationId xmlns:p14="http://schemas.microsoft.com/office/powerpoint/2010/main" val="275691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CoE</a:t>
            </a:r>
            <a:r>
              <a:rPr lang="en-US" dirty="0" smtClean="0"/>
              <a:t> Process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627429"/>
              </p:ext>
            </p:extLst>
          </p:nvPr>
        </p:nvGraphicFramePr>
        <p:xfrm>
          <a:off x="914400" y="1371600"/>
          <a:ext cx="109728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7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Offerings and other activities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4895" y="1913605"/>
            <a:ext cx="4202749" cy="3646024"/>
          </a:xfrm>
          <a:prstGeom prst="rect">
            <a:avLst/>
          </a:prstGeom>
          <a:ln>
            <a:solidFill>
              <a:srgbClr val="C6C7C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Offerings aligned to COEs</a:t>
            </a:r>
            <a:endParaRPr lang="en-IN" dirty="0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081" y="2287981"/>
            <a:ext cx="360000" cy="273000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089" y="2299411"/>
            <a:ext cx="359100" cy="273600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1066205" y="2613369"/>
            <a:ext cx="2171180" cy="770201"/>
          </a:xfrm>
          <a:prstGeom prst="rect">
            <a:avLst/>
          </a:prstGeom>
          <a:gradFill flip="none" rotWithShape="1">
            <a:gsLst>
              <a:gs pos="0">
                <a:schemeClr val="lt1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lt1">
                  <a:tint val="98000"/>
                  <a:satMod val="130000"/>
                  <a:shade val="90000"/>
                  <a:lumMod val="103000"/>
                </a:schemeClr>
              </a:gs>
              <a:gs pos="100000">
                <a:schemeClr val="lt1">
                  <a:shade val="63000"/>
                  <a:satMod val="12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ContrastingRightFacing"/>
            <a:lightRig rig="threePt" dir="t"/>
          </a:scene3d>
        </p:spPr>
        <p:style>
          <a:lnRef idx="1">
            <a:schemeClr val="accent2"/>
          </a:lnRef>
          <a:fillRef idx="1003">
            <a:schemeClr val="lt1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POC </a:t>
            </a:r>
            <a:r>
              <a:rPr lang="en-IN" sz="1600" dirty="0" smtClean="0"/>
              <a:t>stack</a:t>
            </a:r>
            <a:endParaRPr lang="en-IN" sz="1600" dirty="0"/>
          </a:p>
        </p:txBody>
      </p:sp>
      <p:sp>
        <p:nvSpPr>
          <p:cNvPr id="99" name="Rectangle 98"/>
          <p:cNvSpPr/>
          <p:nvPr/>
        </p:nvSpPr>
        <p:spPr>
          <a:xfrm>
            <a:off x="3212895" y="2565904"/>
            <a:ext cx="2140484" cy="726016"/>
          </a:xfrm>
          <a:prstGeom prst="rect">
            <a:avLst/>
          </a:prstGeom>
          <a:gradFill flip="none" rotWithShape="1">
            <a:gsLst>
              <a:gs pos="0">
                <a:schemeClr val="lt1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lt1">
                  <a:tint val="98000"/>
                  <a:satMod val="130000"/>
                  <a:shade val="90000"/>
                  <a:lumMod val="103000"/>
                </a:schemeClr>
              </a:gs>
              <a:gs pos="100000">
                <a:schemeClr val="lt1">
                  <a:shade val="63000"/>
                  <a:satMod val="12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ContrastingRightFacing"/>
            <a:lightRig rig="threePt" dir="t"/>
          </a:scene3d>
        </p:spPr>
        <p:style>
          <a:lnRef idx="1">
            <a:schemeClr val="accent2"/>
          </a:lnRef>
          <a:fillRef idx="1003">
            <a:schemeClr val="lt1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 smtClean="0"/>
              <a:t>Knowledge base:</a:t>
            </a:r>
          </a:p>
          <a:p>
            <a:r>
              <a:rPr lang="en-IN" sz="1600" dirty="0" smtClean="0"/>
              <a:t>Blog / </a:t>
            </a:r>
            <a:endParaRPr lang="en-IN" sz="1600" dirty="0"/>
          </a:p>
          <a:p>
            <a:r>
              <a:rPr lang="en-IN" sz="1600" dirty="0"/>
              <a:t>Whitepaper</a:t>
            </a:r>
            <a:endParaRPr lang="en-IN" sz="1600" dirty="0" smtClean="0"/>
          </a:p>
        </p:txBody>
      </p:sp>
      <p:sp>
        <p:nvSpPr>
          <p:cNvPr id="101" name="Left Brace 100"/>
          <p:cNvSpPr/>
          <p:nvPr/>
        </p:nvSpPr>
        <p:spPr>
          <a:xfrm rot="16200000">
            <a:off x="2916816" y="1661216"/>
            <a:ext cx="656516" cy="387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/>
          <p:cNvSpPr/>
          <p:nvPr/>
        </p:nvSpPr>
        <p:spPr>
          <a:xfrm>
            <a:off x="1239289" y="4084101"/>
            <a:ext cx="2823368" cy="840377"/>
          </a:xfrm>
          <a:prstGeom prst="rect">
            <a:avLst/>
          </a:prstGeom>
          <a:effectLst>
            <a:softEdge rad="31750"/>
          </a:effectLst>
        </p:spPr>
        <p:style>
          <a:lnRef idx="1">
            <a:schemeClr val="accent6"/>
          </a:lnRef>
          <a:fillRef idx="1003">
            <a:schemeClr val="lt2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Visibility on social media:</a:t>
            </a:r>
          </a:p>
          <a:p>
            <a:pPr algn="ctr"/>
            <a:r>
              <a:rPr lang="en-IN" sz="1200" dirty="0" smtClean="0"/>
              <a:t>Internal (Yammer)</a:t>
            </a:r>
          </a:p>
          <a:p>
            <a:pPr algn="ctr"/>
            <a:r>
              <a:rPr lang="en-IN" sz="1200" dirty="0" smtClean="0"/>
              <a:t>External (FB, Linked-in, Corporate website)</a:t>
            </a:r>
            <a:endParaRPr lang="en-IN" sz="1200" dirty="0"/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 rotWithShape="1">
          <a:blip r:embed="rId5"/>
          <a:srcRect l="25175"/>
          <a:stretch/>
        </p:blipFill>
        <p:spPr>
          <a:xfrm>
            <a:off x="4135946" y="4084101"/>
            <a:ext cx="811904" cy="722063"/>
          </a:xfrm>
          <a:prstGeom prst="rect">
            <a:avLst/>
          </a:prstGeom>
        </p:spPr>
      </p:pic>
      <p:sp>
        <p:nvSpPr>
          <p:cNvPr id="104" name="Text Placeholder 4"/>
          <p:cNvSpPr txBox="1">
            <a:spLocks/>
          </p:cNvSpPr>
          <p:nvPr/>
        </p:nvSpPr>
        <p:spPr>
          <a:xfrm>
            <a:off x="7145201" y="1348402"/>
            <a:ext cx="3792891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smtClean="0">
                <a:solidFill>
                  <a:schemeClr val="bg1"/>
                </a:solidFill>
              </a:rPr>
              <a:t>COEs for BFSI domain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5" name="Content Placeholder 5"/>
          <p:cNvSpPr txBox="1">
            <a:spLocks/>
          </p:cNvSpPr>
          <p:nvPr/>
        </p:nvSpPr>
        <p:spPr>
          <a:xfrm>
            <a:off x="7145201" y="1908067"/>
            <a:ext cx="3792891" cy="3651562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Retail 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banking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Lending 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and leasing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Corporate 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banking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Asset 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and wealth management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Risk </a:t>
            </a:r>
            <a:r>
              <a:rPr lang="en-IN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and compliance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Insurance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Consulting</a:t>
            </a:r>
            <a:endParaRPr lang="en-IN" sz="16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06" name="Text Placeholder 4"/>
          <p:cNvSpPr txBox="1">
            <a:spLocks/>
          </p:cNvSpPr>
          <p:nvPr/>
        </p:nvSpPr>
        <p:spPr>
          <a:xfrm>
            <a:off x="1150630" y="1348402"/>
            <a:ext cx="4217014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smtClean="0">
                <a:solidFill>
                  <a:schemeClr val="bg1"/>
                </a:solidFill>
              </a:rPr>
              <a:t>Offerings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548409" y="2930176"/>
            <a:ext cx="1465837" cy="1345260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30000" y="6629400"/>
            <a:ext cx="457200" cy="228600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9478" y="3219591"/>
            <a:ext cx="12230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Offerings to be aligned with COEs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7923" y="4973253"/>
            <a:ext cx="2823368" cy="454151"/>
          </a:xfrm>
          <a:prstGeom prst="rect">
            <a:avLst/>
          </a:prstGeom>
          <a:effectLst>
            <a:softEdge rad="31750"/>
          </a:effectLst>
        </p:spPr>
        <p:style>
          <a:lnRef idx="1">
            <a:schemeClr val="accent6"/>
          </a:lnRef>
          <a:fillRef idx="1003">
            <a:schemeClr val="lt2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Visibility @ Nagarro through Webinars</a:t>
            </a:r>
            <a:endParaRPr lang="en-IN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096" y="4996710"/>
            <a:ext cx="753712" cy="56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0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POC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9</a:t>
            </a:fld>
            <a:endParaRPr lang="en-US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8928911" y="1298436"/>
            <a:ext cx="3134621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smtClean="0">
                <a:solidFill>
                  <a:schemeClr val="bg1"/>
                </a:solidFill>
              </a:rPr>
              <a:t>Action plan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8928911" y="1853226"/>
            <a:ext cx="3134621" cy="4014172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Educate the sales team</a:t>
            </a:r>
          </a:p>
          <a:p>
            <a:pPr marL="285750" lvl="0" indent="-28575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IN" sz="14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Arrange </a:t>
            </a:r>
            <a:r>
              <a:rPr lang="en-IN" sz="14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webinars/seminars for them</a:t>
            </a:r>
          </a:p>
          <a:p>
            <a:pPr marL="285750" lvl="0" indent="-28575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IN" sz="14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Attend </a:t>
            </a:r>
            <a:r>
              <a:rPr lang="en-IN" sz="14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their seminars</a:t>
            </a:r>
          </a:p>
          <a:p>
            <a:pPr marL="285750" lvl="0" indent="-28575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IN" sz="14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Invite </a:t>
            </a:r>
            <a:r>
              <a:rPr lang="en-IN" sz="14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them for informal </a:t>
            </a:r>
            <a:r>
              <a:rPr lang="en-IN" sz="14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discussions</a:t>
            </a:r>
            <a:endParaRPr lang="en-IN" sz="1600" dirty="0" smtClean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Demo the </a:t>
            </a:r>
            <a:r>
              <a:rPr lang="en-IN" sz="1600" dirty="0" err="1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poc</a:t>
            </a: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 via webinars / seminars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Create blog / whitepaper on same and publish on social media</a:t>
            </a:r>
            <a:endParaRPr lang="en-IN" sz="16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318" y="434700"/>
            <a:ext cx="359100" cy="27360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7721889" y="3532720"/>
            <a:ext cx="1101305" cy="760020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771004" y="3774230"/>
            <a:ext cx="100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Visibility</a:t>
            </a:r>
            <a:endParaRPr lang="en-IN" sz="1200" dirty="0"/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1210706" y="1298436"/>
            <a:ext cx="6323473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smtClean="0">
                <a:solidFill>
                  <a:schemeClr val="bg1"/>
                </a:solidFill>
              </a:rPr>
              <a:t>POC stack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1210705" y="1853226"/>
            <a:ext cx="6323473" cy="3992400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90000"/>
              </a:lnSpc>
              <a:spcBef>
                <a:spcPts val="2400"/>
              </a:spcBef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 combination of a POC, reference architecture and domain concepts related to a narrow domain area</a:t>
            </a:r>
          </a:p>
          <a:p>
            <a:pPr marL="228600" lvl="0" indent="-228600">
              <a:lnSpc>
                <a:spcPct val="90000"/>
              </a:lnSpc>
              <a:spcBef>
                <a:spcPts val="2400"/>
              </a:spcBef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Targets a specific business problem</a:t>
            </a:r>
          </a:p>
          <a:p>
            <a:pPr marL="228600" lvl="0" indent="-228600">
              <a:lnSpc>
                <a:spcPct val="90000"/>
              </a:lnSpc>
              <a:spcBef>
                <a:spcPts val="2400"/>
              </a:spcBef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Generally would include following </a:t>
            </a:r>
          </a:p>
          <a:p>
            <a:pPr marL="685800" lvl="1" indent="-228600">
              <a:lnSpc>
                <a:spcPct val="90000"/>
              </a:lnSpc>
              <a:spcBef>
                <a:spcPts val="600"/>
              </a:spcBef>
              <a:buClr>
                <a:srgbClr val="9C9E9F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9C9E9F"/>
                </a:solidFill>
                <a:cs typeface="Segoe UI Semilight" panose="020B0402040204020203" pitchFamily="34" charset="0"/>
              </a:rPr>
              <a:t>Business problem</a:t>
            </a:r>
          </a:p>
          <a:p>
            <a:pPr marL="685800" lvl="1" indent="-228600">
              <a:lnSpc>
                <a:spcPct val="90000"/>
              </a:lnSpc>
              <a:spcBef>
                <a:spcPts val="600"/>
              </a:spcBef>
              <a:buClr>
                <a:srgbClr val="9C9E9F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9C9E9F"/>
                </a:solidFill>
                <a:cs typeface="Segoe UI Semilight" panose="020B0402040204020203" pitchFamily="34" charset="0"/>
              </a:rPr>
              <a:t>Functional solution proposed</a:t>
            </a:r>
          </a:p>
          <a:p>
            <a:pPr marL="685800" lvl="1" indent="-228600">
              <a:lnSpc>
                <a:spcPct val="90000"/>
              </a:lnSpc>
              <a:spcBef>
                <a:spcPts val="600"/>
              </a:spcBef>
              <a:buClr>
                <a:srgbClr val="9C9E9F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9C9E9F"/>
                </a:solidFill>
                <a:cs typeface="Segoe UI Semilight" panose="020B0402040204020203" pitchFamily="34" charset="0"/>
              </a:rPr>
              <a:t>Reference architecture</a:t>
            </a:r>
          </a:p>
          <a:p>
            <a:pPr marL="685800" lvl="1" indent="-228600">
              <a:lnSpc>
                <a:spcPct val="90000"/>
              </a:lnSpc>
              <a:spcBef>
                <a:spcPts val="600"/>
              </a:spcBef>
              <a:buClr>
                <a:srgbClr val="9C9E9F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9C9E9F"/>
                </a:solidFill>
                <a:cs typeface="Segoe UI Semilight" panose="020B0402040204020203" pitchFamily="34" charset="0"/>
              </a:rPr>
              <a:t>Relevant processes from BU process repository</a:t>
            </a:r>
          </a:p>
          <a:p>
            <a:pPr marL="685800" lvl="1" indent="-228600">
              <a:lnSpc>
                <a:spcPct val="90000"/>
              </a:lnSpc>
              <a:spcBef>
                <a:spcPts val="600"/>
              </a:spcBef>
              <a:buClr>
                <a:srgbClr val="9C9E9F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9C9E9F"/>
                </a:solidFill>
                <a:cs typeface="Segoe UI Semilight" panose="020B0402040204020203" pitchFamily="34" charset="0"/>
              </a:rPr>
              <a:t>Tentative cost of implementation</a:t>
            </a:r>
          </a:p>
          <a:p>
            <a:pPr marL="685800" lvl="1" indent="-228600">
              <a:lnSpc>
                <a:spcPct val="90000"/>
              </a:lnSpc>
              <a:spcBef>
                <a:spcPts val="600"/>
              </a:spcBef>
              <a:buClr>
                <a:srgbClr val="9C9E9F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9C9E9F"/>
                </a:solidFill>
                <a:cs typeface="Segoe UI Semilight" panose="020B0402040204020203" pitchFamily="34" charset="0"/>
              </a:rPr>
              <a:t>Tentative plan for implementation</a:t>
            </a:r>
          </a:p>
          <a:p>
            <a:pPr marL="228600" lvl="0" indent="-228600">
              <a:lnSpc>
                <a:spcPct val="90000"/>
              </a:lnSpc>
              <a:spcBef>
                <a:spcPts val="2400"/>
              </a:spcBef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Some examples are Churn analysis for retail banking, SMA, </a:t>
            </a:r>
            <a:r>
              <a:rPr lang="en-US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Bitcoin</a:t>
            </a:r>
            <a:endParaRPr lang="en-US" sz="16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45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 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10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1161356" y="1883230"/>
            <a:ext cx="6317129" cy="4354285"/>
            <a:chOff x="914400" y="1371600"/>
            <a:chExt cx="10972800" cy="4877240"/>
          </a:xfrm>
        </p:grpSpPr>
        <p:graphicFrame>
          <p:nvGraphicFramePr>
            <p:cNvPr id="5" name="Content Placeholder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45205559"/>
                </p:ext>
              </p:extLst>
            </p:nvPr>
          </p:nvGraphicFramePr>
          <p:xfrm>
            <a:off x="914400" y="1371600"/>
            <a:ext cx="10972800" cy="237744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6" name="Straight Connector 5"/>
            <p:cNvCxnSpPr/>
            <p:nvPr/>
          </p:nvCxnSpPr>
          <p:spPr>
            <a:xfrm>
              <a:off x="9716008" y="2101958"/>
              <a:ext cx="0" cy="4146882"/>
            </a:xfrm>
            <a:prstGeom prst="line">
              <a:avLst/>
            </a:prstGeom>
            <a:ln w="12700" cap="rnd">
              <a:solidFill>
                <a:schemeClr val="bg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7467855" y="2101958"/>
              <a:ext cx="0" cy="4146882"/>
            </a:xfrm>
            <a:prstGeom prst="line">
              <a:avLst/>
            </a:prstGeom>
            <a:ln w="12700" cap="rnd">
              <a:solidFill>
                <a:schemeClr val="bg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219704" y="2101958"/>
              <a:ext cx="0" cy="4146882"/>
            </a:xfrm>
            <a:prstGeom prst="line">
              <a:avLst/>
            </a:prstGeom>
            <a:ln w="12700" cap="rnd">
              <a:solidFill>
                <a:schemeClr val="bg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993903" y="2101958"/>
              <a:ext cx="0" cy="4146882"/>
            </a:xfrm>
            <a:prstGeom prst="line">
              <a:avLst/>
            </a:prstGeom>
            <a:ln w="12700" cap="rnd">
              <a:solidFill>
                <a:schemeClr val="bg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Line Callout 2 9"/>
            <p:cNvSpPr/>
            <p:nvPr/>
          </p:nvSpPr>
          <p:spPr>
            <a:xfrm>
              <a:off x="5588825" y="5034225"/>
              <a:ext cx="1293076" cy="580964"/>
            </a:xfrm>
            <a:prstGeom prst="borderCallout2">
              <a:avLst>
                <a:gd name="adj1" fmla="val 18750"/>
                <a:gd name="adj2" fmla="val -4349"/>
                <a:gd name="adj3" fmla="val 18750"/>
                <a:gd name="adj4" fmla="val -16667"/>
                <a:gd name="adj5" fmla="val -19339"/>
                <a:gd name="adj6" fmla="val -28700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100" b="1" dirty="0" smtClean="0"/>
                <a:t>Stage 1:</a:t>
              </a:r>
            </a:p>
            <a:p>
              <a:r>
                <a:rPr lang="en-IN" sz="1100" b="1" dirty="0" smtClean="0"/>
                <a:t>Proceed: Yes/No</a:t>
              </a:r>
              <a:endParaRPr lang="en-IN" sz="1100" b="1" dirty="0"/>
            </a:p>
          </p:txBody>
        </p:sp>
        <p:sp>
          <p:nvSpPr>
            <p:cNvPr id="11" name="Line Callout 2 10"/>
            <p:cNvSpPr/>
            <p:nvPr/>
          </p:nvSpPr>
          <p:spPr>
            <a:xfrm>
              <a:off x="7871282" y="5034225"/>
              <a:ext cx="1293076" cy="580964"/>
            </a:xfrm>
            <a:prstGeom prst="borderCallout2">
              <a:avLst>
                <a:gd name="adj1" fmla="val 18750"/>
                <a:gd name="adj2" fmla="val -4349"/>
                <a:gd name="adj3" fmla="val 18750"/>
                <a:gd name="adj4" fmla="val -16667"/>
                <a:gd name="adj5" fmla="val -19339"/>
                <a:gd name="adj6" fmla="val -28700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IN" sz="1100" b="1" dirty="0">
                  <a:solidFill>
                    <a:prstClr val="white"/>
                  </a:solidFill>
                </a:rPr>
                <a:t>Stage </a:t>
              </a:r>
              <a:r>
                <a:rPr lang="en-IN" sz="1100" b="1" dirty="0" smtClean="0">
                  <a:solidFill>
                    <a:prstClr val="white"/>
                  </a:solidFill>
                </a:rPr>
                <a:t>2:</a:t>
              </a:r>
              <a:endParaRPr lang="en-IN" sz="1100" b="1" dirty="0">
                <a:solidFill>
                  <a:prstClr val="white"/>
                </a:solidFill>
              </a:endParaRPr>
            </a:p>
            <a:p>
              <a:pPr lvl="0"/>
              <a:r>
                <a:rPr lang="en-IN" sz="1100" b="1" dirty="0" smtClean="0">
                  <a:solidFill>
                    <a:prstClr val="white"/>
                  </a:solidFill>
                </a:rPr>
                <a:t>Proceed: Yes/No</a:t>
              </a:r>
              <a:endParaRPr lang="en-IN" sz="1100" b="1" dirty="0">
                <a:solidFill>
                  <a:prstClr val="white"/>
                </a:solidFill>
              </a:endParaRPr>
            </a:p>
          </p:txBody>
        </p:sp>
        <p:sp>
          <p:nvSpPr>
            <p:cNvPr id="12" name="Line Callout 2 11"/>
            <p:cNvSpPr/>
            <p:nvPr/>
          </p:nvSpPr>
          <p:spPr>
            <a:xfrm>
              <a:off x="10113938" y="5017338"/>
              <a:ext cx="1293076" cy="580964"/>
            </a:xfrm>
            <a:prstGeom prst="borderCallout2">
              <a:avLst>
                <a:gd name="adj1" fmla="val 18750"/>
                <a:gd name="adj2" fmla="val -4349"/>
                <a:gd name="adj3" fmla="val 18750"/>
                <a:gd name="adj4" fmla="val -16667"/>
                <a:gd name="adj5" fmla="val -19339"/>
                <a:gd name="adj6" fmla="val -28700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IN" sz="1100" b="1" dirty="0">
                  <a:solidFill>
                    <a:prstClr val="white"/>
                  </a:solidFill>
                </a:rPr>
                <a:t>Stage </a:t>
              </a:r>
              <a:r>
                <a:rPr lang="en-IN" sz="1100" b="1" dirty="0" smtClean="0">
                  <a:solidFill>
                    <a:prstClr val="white"/>
                  </a:solidFill>
                </a:rPr>
                <a:t>3:</a:t>
              </a:r>
              <a:endParaRPr lang="en-IN" sz="1100" b="1" dirty="0">
                <a:solidFill>
                  <a:prstClr val="white"/>
                </a:solidFill>
              </a:endParaRPr>
            </a:p>
            <a:p>
              <a:pPr lvl="0"/>
              <a:r>
                <a:rPr lang="en-IN" sz="1100" b="1" dirty="0" smtClean="0">
                  <a:solidFill>
                    <a:prstClr val="white"/>
                  </a:solidFill>
                </a:rPr>
                <a:t>Proceed: </a:t>
              </a:r>
              <a:r>
                <a:rPr lang="en-IN" sz="1100" b="1" dirty="0">
                  <a:solidFill>
                    <a:prstClr val="white"/>
                  </a:solidFill>
                </a:rPr>
                <a:t>Yes/No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97332" y="5616902"/>
              <a:ext cx="1562806" cy="42751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100" b="1" dirty="0" smtClean="0"/>
                <a:t>Incorporate feedback</a:t>
              </a:r>
              <a:endParaRPr lang="en-IN" sz="1100" b="1" dirty="0"/>
            </a:p>
          </p:txBody>
        </p:sp>
        <p:cxnSp>
          <p:nvCxnSpPr>
            <p:cNvPr id="14" name="Elbow Connector 13"/>
            <p:cNvCxnSpPr>
              <a:stCxn id="12" idx="1"/>
              <a:endCxn id="13" idx="3"/>
            </p:cNvCxnSpPr>
            <p:nvPr/>
          </p:nvCxnSpPr>
          <p:spPr>
            <a:xfrm rot="5400000">
              <a:off x="7744130" y="2814312"/>
              <a:ext cx="232357" cy="5800338"/>
            </a:xfrm>
            <a:prstGeom prst="bentConnector2">
              <a:avLst/>
            </a:prstGeom>
            <a:ln w="0">
              <a:solidFill>
                <a:schemeClr val="accent4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bow Connector 14"/>
            <p:cNvCxnSpPr>
              <a:stCxn id="11" idx="1"/>
              <a:endCxn id="13" idx="3"/>
            </p:cNvCxnSpPr>
            <p:nvPr/>
          </p:nvCxnSpPr>
          <p:spPr>
            <a:xfrm rot="5400000">
              <a:off x="6631245" y="3944082"/>
              <a:ext cx="215471" cy="3557682"/>
            </a:xfrm>
            <a:prstGeom prst="bentConnector2">
              <a:avLst/>
            </a:prstGeom>
            <a:ln w="0">
              <a:solidFill>
                <a:schemeClr val="accent4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10" idx="1"/>
              <a:endCxn id="13" idx="3"/>
            </p:cNvCxnSpPr>
            <p:nvPr/>
          </p:nvCxnSpPr>
          <p:spPr>
            <a:xfrm rot="5400000">
              <a:off x="5490017" y="5085312"/>
              <a:ext cx="215471" cy="1275225"/>
            </a:xfrm>
            <a:prstGeom prst="bentConnector2">
              <a:avLst/>
            </a:prstGeom>
            <a:ln w="0">
              <a:solidFill>
                <a:schemeClr val="accent4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932633" y="5586872"/>
              <a:ext cx="30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 smtClean="0"/>
                <a:t>N</a:t>
              </a:r>
              <a:endParaRPr lang="en-IN" sz="1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17755" y="5571760"/>
              <a:ext cx="30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 smtClean="0"/>
                <a:t>N</a:t>
              </a:r>
              <a:endParaRPr lang="en-IN" sz="12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471868" y="5571759"/>
              <a:ext cx="308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 smtClean="0"/>
                <a:t>N</a:t>
              </a:r>
              <a:endParaRPr lang="en-IN" sz="1200" dirty="0"/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345" y="435000"/>
            <a:ext cx="360000" cy="273000"/>
          </a:xfrm>
          <a:prstGeom prst="rect">
            <a:avLst/>
          </a:prstGeom>
        </p:spPr>
      </p:pic>
      <p:sp>
        <p:nvSpPr>
          <p:cNvPr id="22" name="Text Placeholder 4"/>
          <p:cNvSpPr txBox="1">
            <a:spLocks/>
          </p:cNvSpPr>
          <p:nvPr/>
        </p:nvSpPr>
        <p:spPr>
          <a:xfrm>
            <a:off x="8841816" y="1264547"/>
            <a:ext cx="3134621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smtClean="0">
                <a:solidFill>
                  <a:schemeClr val="bg1"/>
                </a:solidFill>
              </a:rPr>
              <a:t>Action plan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3" name="Content Placeholder 5"/>
          <p:cNvSpPr txBox="1">
            <a:spLocks/>
          </p:cNvSpPr>
          <p:nvPr/>
        </p:nvSpPr>
        <p:spPr>
          <a:xfrm>
            <a:off x="8841816" y="1821427"/>
            <a:ext cx="3134621" cy="4211809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Conduct webinars / seminars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16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Host on social media – website, yammer etc.</a:t>
            </a:r>
            <a:endParaRPr lang="en-IN" sz="16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689223" y="3565378"/>
            <a:ext cx="1101305" cy="760020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7705680" y="3794997"/>
            <a:ext cx="100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Visibility</a:t>
            </a:r>
            <a:endParaRPr lang="en-IN" sz="1200" dirty="0"/>
          </a:p>
        </p:txBody>
      </p:sp>
      <p:sp>
        <p:nvSpPr>
          <p:cNvPr id="26" name="Text Placeholder 4"/>
          <p:cNvSpPr txBox="1">
            <a:spLocks/>
          </p:cNvSpPr>
          <p:nvPr/>
        </p:nvSpPr>
        <p:spPr>
          <a:xfrm>
            <a:off x="1183304" y="1264547"/>
            <a:ext cx="6295181" cy="559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Can be a blog or whitepaper and will go through following process for publishing:</a:t>
            </a:r>
          </a:p>
        </p:txBody>
      </p:sp>
    </p:spTree>
    <p:extLst>
      <p:ext uri="{BB962C8B-B14F-4D97-AF65-F5344CB8AC3E}">
        <p14:creationId xmlns:p14="http://schemas.microsoft.com/office/powerpoint/2010/main" val="346642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ongoing activities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97520" y="1870064"/>
            <a:ext cx="6768570" cy="2255620"/>
          </a:xfrm>
          <a:prstGeom prst="rect">
            <a:avLst/>
          </a:prstGeom>
          <a:ln>
            <a:solidFill>
              <a:srgbClr val="C6C7C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313485" y="2604249"/>
            <a:ext cx="1973800" cy="847221"/>
          </a:xfrm>
          <a:prstGeom prst="rect">
            <a:avLst/>
          </a:prstGeom>
          <a:gradFill flip="none" rotWithShape="1">
            <a:gsLst>
              <a:gs pos="0">
                <a:schemeClr val="lt1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lt1">
                  <a:tint val="98000"/>
                  <a:satMod val="130000"/>
                  <a:shade val="90000"/>
                  <a:lumMod val="103000"/>
                </a:schemeClr>
              </a:gs>
              <a:gs pos="100000">
                <a:schemeClr val="lt1">
                  <a:shade val="63000"/>
                  <a:satMod val="12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ContrastingRightFacing"/>
            <a:lightRig rig="threePt" dir="t"/>
          </a:scene3d>
        </p:spPr>
        <p:style>
          <a:lnRef idx="1">
            <a:schemeClr val="accent2"/>
          </a:lnRef>
          <a:fillRef idx="1003">
            <a:schemeClr val="lt1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Case studies</a:t>
            </a:r>
          </a:p>
          <a:p>
            <a:r>
              <a:rPr lang="en-IN" sz="1600" dirty="0" smtClean="0"/>
              <a:t>(RFPs / RFIs)</a:t>
            </a:r>
            <a:endParaRPr lang="en-IN" sz="1600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1197520" y="1390888"/>
            <a:ext cx="6768570" cy="47917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Ongoing activities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80" y="2194154"/>
            <a:ext cx="360000" cy="273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49819" y="2608114"/>
            <a:ext cx="1973800" cy="847221"/>
          </a:xfrm>
          <a:prstGeom prst="rect">
            <a:avLst/>
          </a:prstGeom>
          <a:gradFill flip="none" rotWithShape="1">
            <a:gsLst>
              <a:gs pos="0">
                <a:schemeClr val="lt1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lt1">
                  <a:tint val="98000"/>
                  <a:satMod val="130000"/>
                  <a:shade val="90000"/>
                  <a:lumMod val="103000"/>
                </a:schemeClr>
              </a:gs>
              <a:gs pos="100000">
                <a:schemeClr val="lt1">
                  <a:shade val="63000"/>
                  <a:satMod val="12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ContrastingRightFacing"/>
            <a:lightRig rig="threePt" dir="t"/>
          </a:scene3d>
        </p:spPr>
        <p:style>
          <a:lnRef idx="1">
            <a:schemeClr val="accent2"/>
          </a:lnRef>
          <a:fillRef idx="1003">
            <a:schemeClr val="lt1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Project audit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314" y="2198019"/>
            <a:ext cx="360000" cy="273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79362" y="2604249"/>
            <a:ext cx="1973800" cy="847221"/>
          </a:xfrm>
          <a:prstGeom prst="rect">
            <a:avLst/>
          </a:prstGeom>
          <a:gradFill flip="none" rotWithShape="1">
            <a:gsLst>
              <a:gs pos="0">
                <a:schemeClr val="lt1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lt1">
                  <a:tint val="98000"/>
                  <a:satMod val="130000"/>
                  <a:shade val="90000"/>
                  <a:lumMod val="103000"/>
                </a:schemeClr>
              </a:gs>
              <a:gs pos="100000">
                <a:schemeClr val="lt1">
                  <a:shade val="63000"/>
                  <a:satMod val="12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ContrastingRightFacing"/>
            <a:lightRig rig="threePt" dir="t"/>
          </a:scene3d>
        </p:spPr>
        <p:style>
          <a:lnRef idx="1">
            <a:schemeClr val="accent2"/>
          </a:lnRef>
          <a:fillRef idx="1003">
            <a:schemeClr val="lt1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 smtClean="0"/>
              <a:t>Domain trainings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857" y="2194154"/>
            <a:ext cx="360000" cy="2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7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Team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Contributors to </a:t>
            </a:r>
            <a:r>
              <a:rPr lang="en-IN" dirty="0" err="1" smtClean="0"/>
              <a:t>Minds@Work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13</a:t>
            </a:fld>
            <a:endParaRPr lang="en-US"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818620" y="7509510"/>
            <a:ext cx="4572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2D5482-9FBC-4E28-B32E-39682F9F91A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2246061" y="4140445"/>
            <a:ext cx="2291938" cy="1908333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</a:pPr>
            <a:endParaRPr lang="en-IN" sz="12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5303314" y="4140445"/>
            <a:ext cx="2291938" cy="1908333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endParaRPr lang="en-IN" sz="12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02222" y="5258561"/>
            <a:ext cx="1971303" cy="3753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Isha</a:t>
            </a:r>
            <a:endParaRPr lang="en-IN" sz="1200" dirty="0"/>
          </a:p>
        </p:txBody>
      </p:sp>
      <p:sp>
        <p:nvSpPr>
          <p:cNvPr id="13" name="Rounded Rectangle 12"/>
          <p:cNvSpPr/>
          <p:nvPr/>
        </p:nvSpPr>
        <p:spPr>
          <a:xfrm>
            <a:off x="2408160" y="5698905"/>
            <a:ext cx="1971303" cy="31023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Every Friday</a:t>
            </a:r>
            <a:endParaRPr lang="en-IN"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5458137" y="5258561"/>
            <a:ext cx="1971303" cy="3753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Reeju</a:t>
            </a:r>
            <a:endParaRPr lang="en-IN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5464075" y="5698905"/>
            <a:ext cx="1971303" cy="31023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Every Monday</a:t>
            </a:r>
            <a:endParaRPr lang="en-IN" sz="1200" dirty="0"/>
          </a:p>
        </p:txBody>
      </p:sp>
      <p:sp>
        <p:nvSpPr>
          <p:cNvPr id="16" name="Content Placeholder 5"/>
          <p:cNvSpPr txBox="1">
            <a:spLocks/>
          </p:cNvSpPr>
          <p:nvPr/>
        </p:nvSpPr>
        <p:spPr>
          <a:xfrm>
            <a:off x="8325310" y="4140445"/>
            <a:ext cx="2291938" cy="1908333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endParaRPr lang="en-IN" sz="12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80133" y="5258561"/>
            <a:ext cx="1971303" cy="3753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Reeju/Meetu</a:t>
            </a:r>
            <a:endParaRPr lang="en-IN"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8486071" y="5698905"/>
            <a:ext cx="1971303" cy="31023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Ongoing</a:t>
            </a:r>
            <a:endParaRPr lang="en-IN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1132757" y="4479592"/>
            <a:ext cx="688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Actions</a:t>
            </a:r>
            <a:endParaRPr lang="en-IN" sz="1200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745969" y="4611866"/>
            <a:ext cx="415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7016" y="5315773"/>
            <a:ext cx="80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Action on</a:t>
            </a:r>
            <a:endParaRPr lang="en-IN" sz="12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745958" y="5459477"/>
            <a:ext cx="415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ardrop 22"/>
          <p:cNvSpPr/>
          <p:nvPr/>
        </p:nvSpPr>
        <p:spPr>
          <a:xfrm rot="2700000">
            <a:off x="4161128" y="2497178"/>
            <a:ext cx="1532152" cy="1532152"/>
          </a:xfrm>
          <a:prstGeom prst="teardrop">
            <a:avLst>
              <a:gd name="adj" fmla="val 10000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IN" sz="1400" dirty="0" smtClean="0"/>
              <a:t>BU pool</a:t>
            </a:r>
            <a:endParaRPr lang="en-IN" sz="1400" dirty="0"/>
          </a:p>
        </p:txBody>
      </p:sp>
      <p:sp>
        <p:nvSpPr>
          <p:cNvPr id="24" name="Teardrop 23"/>
          <p:cNvSpPr/>
          <p:nvPr/>
        </p:nvSpPr>
        <p:spPr>
          <a:xfrm rot="2700000">
            <a:off x="1297726" y="2497177"/>
            <a:ext cx="1532152" cy="1532152"/>
          </a:xfrm>
          <a:prstGeom prst="teardrop">
            <a:avLst>
              <a:gd name="adj" fmla="val 10000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IN" sz="1400" dirty="0" smtClean="0"/>
              <a:t>Org pool</a:t>
            </a:r>
            <a:endParaRPr lang="en-IN" sz="1400" dirty="0"/>
          </a:p>
        </p:txBody>
      </p:sp>
      <p:sp>
        <p:nvSpPr>
          <p:cNvPr id="25" name="Right Arrow 24"/>
          <p:cNvSpPr/>
          <p:nvPr/>
        </p:nvSpPr>
        <p:spPr>
          <a:xfrm>
            <a:off x="3231773" y="3085123"/>
            <a:ext cx="825790" cy="356260"/>
          </a:xfrm>
          <a:prstGeom prst="rightArrow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30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6095174" y="3085122"/>
            <a:ext cx="825790" cy="356260"/>
          </a:xfrm>
          <a:prstGeom prst="rightArrow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30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ardrop 26"/>
          <p:cNvSpPr/>
          <p:nvPr/>
        </p:nvSpPr>
        <p:spPr>
          <a:xfrm rot="13702093">
            <a:off x="10302489" y="2544769"/>
            <a:ext cx="1532152" cy="1532152"/>
          </a:xfrm>
          <a:prstGeom prst="teardrop">
            <a:avLst>
              <a:gd name="adj" fmla="val 10000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anchor="ctr"/>
          <a:lstStyle/>
          <a:p>
            <a:pPr algn="ctr"/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 rot="2752769">
            <a:off x="10380956" y="3222647"/>
            <a:ext cx="144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Account pool</a:t>
            </a:r>
            <a:endParaRPr lang="en-IN" sz="1400" dirty="0"/>
          </a:p>
        </p:txBody>
      </p:sp>
      <p:sp>
        <p:nvSpPr>
          <p:cNvPr id="29" name="Right Arrow 28"/>
          <p:cNvSpPr/>
          <p:nvPr/>
        </p:nvSpPr>
        <p:spPr>
          <a:xfrm rot="10800000">
            <a:off x="8994081" y="3085122"/>
            <a:ext cx="825790" cy="356260"/>
          </a:xfrm>
          <a:prstGeom prst="rightArrow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30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9"/>
          <p:cNvSpPr/>
          <p:nvPr/>
        </p:nvSpPr>
        <p:spPr>
          <a:xfrm>
            <a:off x="2402222" y="4219804"/>
            <a:ext cx="1971303" cy="97365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200" dirty="0"/>
              <a:t>Identify people on BU pool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58137" y="4219804"/>
            <a:ext cx="1971303" cy="97365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On-board BU </a:t>
            </a:r>
            <a:r>
              <a:rPr lang="en-IN" sz="1200" dirty="0"/>
              <a:t>pool members and  identify those who can contribute to </a:t>
            </a:r>
            <a:r>
              <a:rPr lang="en-IN" sz="1200" dirty="0" err="1"/>
              <a:t>Minds@Work</a:t>
            </a:r>
            <a:endParaRPr lang="en-IN" sz="1200" dirty="0"/>
          </a:p>
        </p:txBody>
      </p:sp>
      <p:sp>
        <p:nvSpPr>
          <p:cNvPr id="32" name="Rounded Rectangle 31"/>
          <p:cNvSpPr/>
          <p:nvPr/>
        </p:nvSpPr>
        <p:spPr>
          <a:xfrm>
            <a:off x="8480133" y="4219804"/>
            <a:ext cx="1971303" cy="97365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Set </a:t>
            </a:r>
            <a:r>
              <a:rPr lang="en-IN" sz="1200" dirty="0"/>
              <a:t>the expectation with respective </a:t>
            </a:r>
            <a:r>
              <a:rPr lang="en-IN" sz="1200" dirty="0" smtClean="0"/>
              <a:t>PCEO, to align tasks with A2FS </a:t>
            </a:r>
            <a:r>
              <a:rPr lang="en-IN" sz="1200" dirty="0"/>
              <a:t>and to agree on </a:t>
            </a:r>
            <a:r>
              <a:rPr lang="en-IN" sz="1200" dirty="0" smtClean="0"/>
              <a:t>over n above time commitment</a:t>
            </a:r>
            <a:endParaRPr lang="en-IN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966640" y="5740906"/>
            <a:ext cx="888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Frequency</a:t>
            </a:r>
            <a:endParaRPr lang="en-IN" sz="12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1745958" y="5884610"/>
            <a:ext cx="415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052019" y="2628900"/>
            <a:ext cx="1840813" cy="122326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rmAutofit/>
          </a:bodyPr>
          <a:lstStyle/>
          <a:p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6" name="Right Arrow 35"/>
          <p:cNvSpPr/>
          <p:nvPr/>
        </p:nvSpPr>
        <p:spPr>
          <a:xfrm rot="5400000">
            <a:off x="7662211" y="2101297"/>
            <a:ext cx="620428" cy="356260"/>
          </a:xfrm>
          <a:prstGeom prst="rightArrow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  <a:alpha val="30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36"/>
          <p:cNvSpPr/>
          <p:nvPr/>
        </p:nvSpPr>
        <p:spPr>
          <a:xfrm>
            <a:off x="7231891" y="1292481"/>
            <a:ext cx="1481069" cy="58747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TAs, BAs in BU +</a:t>
            </a:r>
          </a:p>
          <a:p>
            <a:pPr algn="ctr"/>
            <a:r>
              <a:rPr lang="en-IN" sz="1400" dirty="0"/>
              <a:t>Core COE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2860" y="3325185"/>
            <a:ext cx="788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team</a:t>
            </a:r>
            <a:endParaRPr lang="en-IN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12" y="2983632"/>
            <a:ext cx="816558" cy="38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9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Team composition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31366"/>
              </p:ext>
            </p:extLst>
          </p:nvPr>
        </p:nvGraphicFramePr>
        <p:xfrm>
          <a:off x="914401" y="1371600"/>
          <a:ext cx="5486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14</a:t>
            </a:fld>
            <a:endParaRPr lang="en-US"/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6913160" y="2826706"/>
            <a:ext cx="2973790" cy="47917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228600" tIns="45720" rIns="4572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Core COE members</a:t>
            </a:r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6913160" y="3316513"/>
            <a:ext cx="2973790" cy="2597102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Antreev Gill</a:t>
            </a:r>
            <a:endParaRPr lang="en-IN" sz="2000" dirty="0" smtClean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Himanshu Dhawan</a:t>
            </a:r>
            <a:endParaRPr lang="en-IN" sz="2000" dirty="0" smtClean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20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Nikhil Joshi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20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Vaibhav Sharma</a:t>
            </a:r>
          </a:p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r>
              <a:rPr lang="en-IN" sz="2000" dirty="0" smtClean="0">
                <a:solidFill>
                  <a:srgbClr val="3E3D40"/>
                </a:solidFill>
                <a:latin typeface="Calibri Light" panose="020F0302020204030204" pitchFamily="34" charset="0"/>
                <a:cs typeface="Segoe UI Semilight" panose="020B0402040204020203" pitchFamily="34" charset="0"/>
              </a:rPr>
              <a:t>Meetu Gujral</a:t>
            </a:r>
            <a:endParaRPr lang="en-IN" sz="20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2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Team responsibilities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598154"/>
              </p:ext>
            </p:extLst>
          </p:nvPr>
        </p:nvGraphicFramePr>
        <p:xfrm>
          <a:off x="1012366" y="1371600"/>
          <a:ext cx="11167109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D5482-9FBC-4E28-B32E-39682F9F91A9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03164" y="3004457"/>
            <a:ext cx="1092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Core COE </a:t>
            </a:r>
            <a:endParaRPr lang="en-IN" dirty="0" smtClean="0"/>
          </a:p>
          <a:p>
            <a:pPr lvl="0"/>
            <a:r>
              <a:rPr lang="en-IN" dirty="0" smtClean="0"/>
              <a:t>members</a:t>
            </a:r>
            <a:endParaRPr lang="en-IN" dirty="0"/>
          </a:p>
        </p:txBody>
      </p:sp>
      <p:sp>
        <p:nvSpPr>
          <p:cNvPr id="8" name="Content Placeholder 5"/>
          <p:cNvSpPr txBox="1">
            <a:spLocks/>
          </p:cNvSpPr>
          <p:nvPr/>
        </p:nvSpPr>
        <p:spPr>
          <a:xfrm>
            <a:off x="1854171" y="3764541"/>
            <a:ext cx="2291938" cy="2099166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</a:pPr>
            <a:endParaRPr lang="en-IN" sz="20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454224" y="3764541"/>
            <a:ext cx="2291938" cy="2099166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endParaRPr lang="en-IN" sz="20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21762" y="3861707"/>
            <a:ext cx="1971303" cy="6650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Project work</a:t>
            </a:r>
            <a:endParaRPr lang="en-IN" dirty="0"/>
          </a:p>
        </p:txBody>
      </p:sp>
      <p:sp>
        <p:nvSpPr>
          <p:cNvPr id="11" name="Rounded Rectangle 10"/>
          <p:cNvSpPr/>
          <p:nvPr/>
        </p:nvSpPr>
        <p:spPr>
          <a:xfrm>
            <a:off x="2027700" y="4623806"/>
            <a:ext cx="1971303" cy="66501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Assigned tasks + Audits + Trainings</a:t>
            </a:r>
            <a:endParaRPr lang="en-IN" dirty="0"/>
          </a:p>
        </p:txBody>
      </p:sp>
      <p:sp>
        <p:nvSpPr>
          <p:cNvPr id="14" name="Rounded Rectangle 13"/>
          <p:cNvSpPr/>
          <p:nvPr/>
        </p:nvSpPr>
        <p:spPr>
          <a:xfrm>
            <a:off x="4620477" y="3861707"/>
            <a:ext cx="1971303" cy="6650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Offerings</a:t>
            </a:r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4626415" y="4623806"/>
            <a:ext cx="1971303" cy="66501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Case </a:t>
            </a:r>
            <a:r>
              <a:rPr lang="en-IN" dirty="0" smtClean="0"/>
              <a:t>studies</a:t>
            </a:r>
            <a:endParaRPr lang="en-IN" dirty="0"/>
          </a:p>
        </p:txBody>
      </p:sp>
      <p:sp>
        <p:nvSpPr>
          <p:cNvPr id="18" name="Content Placeholder 5"/>
          <p:cNvSpPr txBox="1">
            <a:spLocks/>
          </p:cNvSpPr>
          <p:nvPr/>
        </p:nvSpPr>
        <p:spPr>
          <a:xfrm>
            <a:off x="7041067" y="3764541"/>
            <a:ext cx="2291938" cy="2099166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endParaRPr lang="en-IN" sz="20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07320" y="3861707"/>
            <a:ext cx="1971303" cy="6650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Offerings</a:t>
            </a:r>
            <a:endParaRPr lang="en-IN" dirty="0"/>
          </a:p>
        </p:txBody>
      </p:sp>
      <p:sp>
        <p:nvSpPr>
          <p:cNvPr id="20" name="Rounded Rectangle 19"/>
          <p:cNvSpPr/>
          <p:nvPr/>
        </p:nvSpPr>
        <p:spPr>
          <a:xfrm>
            <a:off x="7213258" y="4623806"/>
            <a:ext cx="1971303" cy="66501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Case </a:t>
            </a:r>
            <a:r>
              <a:rPr lang="en-IN" dirty="0" smtClean="0"/>
              <a:t>studies</a:t>
            </a:r>
            <a:endParaRPr lang="en-IN" dirty="0"/>
          </a:p>
        </p:txBody>
      </p:sp>
      <p:sp>
        <p:nvSpPr>
          <p:cNvPr id="21" name="Content Placeholder 5"/>
          <p:cNvSpPr txBox="1">
            <a:spLocks/>
          </p:cNvSpPr>
          <p:nvPr/>
        </p:nvSpPr>
        <p:spPr>
          <a:xfrm>
            <a:off x="9687285" y="3764541"/>
            <a:ext cx="2291938" cy="2099166"/>
          </a:xfrm>
          <a:prstGeom prst="rect">
            <a:avLst/>
          </a:prstGeom>
          <a:ln>
            <a:solidFill>
              <a:srgbClr val="C6C7C8"/>
            </a:solidFill>
          </a:ln>
        </p:spPr>
        <p:txBody>
          <a:bodyPr vert="horz" lIns="228600" tIns="228600" rIns="4572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Aft>
                <a:spcPts val="1000"/>
              </a:spcAft>
              <a:buClr>
                <a:srgbClr val="3E3D40"/>
              </a:buClr>
              <a:buSzPct val="80000"/>
              <a:buFont typeface="Wingdings" panose="05000000000000000000" pitchFamily="2" charset="2"/>
              <a:buChar char="§"/>
            </a:pPr>
            <a:endParaRPr lang="en-IN" sz="2000" dirty="0">
              <a:solidFill>
                <a:srgbClr val="3E3D40"/>
              </a:solidFill>
              <a:latin typeface="Calibri Light" panose="020F03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853538" y="3861707"/>
            <a:ext cx="1971303" cy="6650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Project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9476" y="4623806"/>
            <a:ext cx="1971303" cy="665018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Assigned </a:t>
            </a:r>
            <a:r>
              <a:rPr lang="en-IN" dirty="0" smtClean="0"/>
              <a:t>tasks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57987" y="3981935"/>
            <a:ext cx="107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Primary responsibility</a:t>
            </a:r>
            <a:endParaRPr lang="en-IN" sz="12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365509" y="4194219"/>
            <a:ext cx="415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7976" y="4623806"/>
            <a:ext cx="107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Secondary responsibility</a:t>
            </a:r>
            <a:endParaRPr lang="en-IN" sz="1200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365498" y="4836090"/>
            <a:ext cx="415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021762" y="5382266"/>
            <a:ext cx="9769448" cy="37538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Update the tracker and </a:t>
            </a:r>
            <a:r>
              <a:rPr lang="en-IN" dirty="0" smtClean="0"/>
              <a:t>attend </a:t>
            </a:r>
            <a:r>
              <a:rPr lang="en-IN" dirty="0"/>
              <a:t>daily </a:t>
            </a:r>
            <a:r>
              <a:rPr lang="en-IN" dirty="0" smtClean="0"/>
              <a:t>scrum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87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 err="1" smtClean="0"/>
              <a:t>Minds@work</a:t>
            </a:r>
            <a:r>
              <a:rPr lang="en-IN" dirty="0" smtClean="0"/>
              <a:t> – BFSI </a:t>
            </a:r>
            <a:r>
              <a:rPr lang="en-IN" dirty="0" err="1" smtClean="0"/>
              <a:t>CoE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 smtClean="0"/>
              <a:t>bfsi.coe@nagarro.com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473540" y="6629400"/>
            <a:ext cx="457200" cy="228600"/>
          </a:xfrm>
        </p:spPr>
        <p:txBody>
          <a:bodyPr/>
          <a:lstStyle/>
          <a:p>
            <a:fld id="{2A2D5482-9FBC-4E28-B32E-39682F9F91A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01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agar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 v1.9.potx" id="{1EE23153-224A-42D0-940F-D855EED01C47}" vid="{D734F4B1-F445-4844-9371-C73E268CC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0CD095A1857F42BAA09C35935039B5" ma:contentTypeVersion="9" ma:contentTypeDescription="Create a new document." ma:contentTypeScope="" ma:versionID="67214979bd9f9d97255988ceefcba607">
  <xsd:schema xmlns:xsd="http://www.w3.org/2001/XMLSchema" xmlns:xs="http://www.w3.org/2001/XMLSchema" xmlns:p="http://schemas.microsoft.com/office/2006/metadata/properties" xmlns:ns1="http://schemas.microsoft.com/sharepoint/v3" xmlns:ns2="782e16d1-a74f-42ad-a3b6-879ed3650479" xmlns:ns3="0e5a5944-5e4d-4063-8b3b-ad529b1fa28a" targetNamespace="http://schemas.microsoft.com/office/2006/metadata/properties" ma:root="true" ma:fieldsID="0494d812c4e38ae5b9adda93722e20a5" ns1:_="" ns2:_="" ns3:_="">
    <xsd:import namespace="http://schemas.microsoft.com/sharepoint/v3"/>
    <xsd:import namespace="782e16d1-a74f-42ad-a3b6-879ed3650479"/>
    <xsd:import namespace="0e5a5944-5e4d-4063-8b3b-ad529b1fa2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1:DetailLink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DetailLink" ma:index="15" nillable="true" ma:displayName="Detail Link" ma:description="Link for page for clicking through for details " ma:internalName="Detail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2e16d1-a74f-42ad-a3b6-879ed36504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5a5944-5e4d-4063-8b3b-ad529b1fa28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Link xmlns="http://schemas.microsoft.com/sharepoint/v3">
      <Url xsi:nil="true"/>
      <Description xsi:nil="true"/>
    </DetailLink>
  </documentManagement>
</p:properties>
</file>

<file path=customXml/itemProps1.xml><?xml version="1.0" encoding="utf-8"?>
<ds:datastoreItem xmlns:ds="http://schemas.openxmlformats.org/officeDocument/2006/customXml" ds:itemID="{9CAD515D-F9B7-4DAA-8A25-3437EB59C99C}"/>
</file>

<file path=customXml/itemProps2.xml><?xml version="1.0" encoding="utf-8"?>
<ds:datastoreItem xmlns:ds="http://schemas.openxmlformats.org/officeDocument/2006/customXml" ds:itemID="{467F8AA6-CBA1-4980-8E8B-6786D6A01AFB}"/>
</file>

<file path=customXml/itemProps3.xml><?xml version="1.0" encoding="utf-8"?>
<ds:datastoreItem xmlns:ds="http://schemas.openxmlformats.org/officeDocument/2006/customXml" ds:itemID="{288032AC-76AF-4C95-81C9-4C344F55750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13518</TotalTime>
  <Words>610</Words>
  <Application>Microsoft Office PowerPoint</Application>
  <PresentationFormat>Widescreen</PresentationFormat>
  <Paragraphs>190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Segoe UI Semilight</vt:lpstr>
      <vt:lpstr>Wingdings</vt:lpstr>
      <vt:lpstr>Nagarro</vt:lpstr>
      <vt:lpstr>BFSI Minds@Work</vt:lpstr>
      <vt:lpstr>Agenda</vt:lpstr>
      <vt:lpstr>Overview</vt:lpstr>
      <vt:lpstr>Key Objective</vt:lpstr>
      <vt:lpstr>What is a CoE</vt:lpstr>
      <vt:lpstr>CoE Process</vt:lpstr>
      <vt:lpstr>Offerings and other activities</vt:lpstr>
      <vt:lpstr>Offerings aligned to COEs</vt:lpstr>
      <vt:lpstr>POC stack</vt:lpstr>
      <vt:lpstr>Knowledge base</vt:lpstr>
      <vt:lpstr>Other ongoing activities</vt:lpstr>
      <vt:lpstr>Team</vt:lpstr>
      <vt:lpstr>Contributors to Minds@Work</vt:lpstr>
      <vt:lpstr>Team composition</vt:lpstr>
      <vt:lpstr>Team responsibilities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a Partnership for Success</dc:title>
  <dc:creator>Kapil Nagpal</dc:creator>
  <cp:lastModifiedBy>Meetu Agarwal Gujral</cp:lastModifiedBy>
  <cp:revision>784</cp:revision>
  <dcterms:created xsi:type="dcterms:W3CDTF">2014-04-02T13:48:16Z</dcterms:created>
  <dcterms:modified xsi:type="dcterms:W3CDTF">2015-08-03T09:30:15Z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0x010100A80CD095A1857F42BAA09C35935039B5</vt:lpwstr>
  </property>
</Properties>
</file>